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6858000" cx="12192000"/>
  <p:notesSz cx="6858000" cy="9144000"/>
  <p:embeddedFontLst>
    <p:embeddedFont>
      <p:font typeface="Tahoma"/>
      <p:regular r:id="rId31"/>
      <p:bold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33" roundtripDataSignature="AMtx7mi/g5nIYkgpkcLabLEUTILppgkpc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B3B4EE1-21E5-4907-A903-BA56DBF52118}">
  <a:tblStyle styleId="{EB3B4EE1-21E5-4907-A903-BA56DBF52118}" styleName="Table_0">
    <a:wholeTbl>
      <a:tcTxStyle b="off" i="off">
        <a:font>
          <a:latin typeface="Trebuchet MS"/>
          <a:ea typeface="Trebuchet MS"/>
          <a:cs typeface="Trebuchet M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0F2EE"/>
          </a:solidFill>
        </a:fill>
      </a:tcStyle>
    </a:wholeTbl>
    <a:band1H>
      <a:tcTxStyle/>
      <a:tcStyle>
        <a:fill>
          <a:solidFill>
            <a:srgbClr val="E0E5DB"/>
          </a:solidFill>
        </a:fill>
      </a:tcStyle>
    </a:band1H>
    <a:band2H>
      <a:tcTxStyle/>
    </a:band2H>
    <a:band1V>
      <a:tcTxStyle/>
      <a:tcStyle>
        <a:fill>
          <a:solidFill>
            <a:srgbClr val="E0E5DB"/>
          </a:solidFill>
        </a:fill>
      </a:tcStyle>
    </a:band1V>
    <a:band2V>
      <a:tcTxStyle/>
    </a:band2V>
    <a:la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rebuchet MS"/>
          <a:ea typeface="Trebuchet MS"/>
          <a:cs typeface="Trebuchet M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Tahoma-regular.fntdata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customschemas.google.com/relationships/presentationmetadata" Target="metadata"/><Relationship Id="rId10" Type="http://schemas.openxmlformats.org/officeDocument/2006/relationships/slide" Target="slides/slide5.xml"/><Relationship Id="rId32" Type="http://schemas.openxmlformats.org/officeDocument/2006/relationships/font" Target="fonts/Tahoma-bold.fnt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2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8" name="Google Shape;28;p27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9" name="Google Shape;29;p27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30" name="Google Shape;30;p27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31" name="Google Shape;31;p27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32" name="Google Shape;32;p27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7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7E0E">
                <a:alpha val="69803"/>
              </a:srgbClr>
            </a:solidFill>
            <a:ln>
              <a:noFill/>
            </a:ln>
          </p:spPr>
        </p:sp>
        <p:sp>
          <p:nvSpPr>
            <p:cNvPr id="34" name="Google Shape;34;p27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C8D2BC">
                <a:alpha val="69803"/>
              </a:srgbClr>
            </a:solidFill>
            <a:ln>
              <a:noFill/>
            </a:ln>
          </p:spPr>
        </p:sp>
        <p:sp>
          <p:nvSpPr>
            <p:cNvPr id="35" name="Google Shape;35;p27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36" name="Google Shape;36;p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27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8" name="Google Shape;38;p27"/>
          <p:cNvSpPr txBox="1"/>
          <p:nvPr>
            <p:ph type="ctrTitle"/>
          </p:nvPr>
        </p:nvSpPr>
        <p:spPr>
          <a:xfrm>
            <a:off x="1507067" y="2404534"/>
            <a:ext cx="7766936" cy="164630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Font typeface="Trebuchet MS"/>
              <a:buNone/>
              <a:defRPr sz="5400">
                <a:solidFill>
                  <a:schemeClr val="accen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7"/>
          <p:cNvSpPr txBox="1"/>
          <p:nvPr>
            <p:ph idx="1" type="subTitle"/>
          </p:nvPr>
        </p:nvSpPr>
        <p:spPr>
          <a:xfrm>
            <a:off x="1507067" y="4050833"/>
            <a:ext cx="7766936" cy="10968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r">
              <a:spcBef>
                <a:spcPts val="1000"/>
              </a:spcBef>
              <a:spcAft>
                <a:spcPts val="0"/>
              </a:spcAft>
              <a:buSzPts val="1440"/>
              <a:buNone/>
              <a:defRPr>
                <a:solidFill>
                  <a:srgbClr val="7F7F7F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27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28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28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46" name="Google Shape;46;p28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8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9"/>
          <p:cNvSpPr txBox="1"/>
          <p:nvPr>
            <p:ph type="title"/>
          </p:nvPr>
        </p:nvSpPr>
        <p:spPr>
          <a:xfrm>
            <a:off x="677335" y="2700867"/>
            <a:ext cx="8596668" cy="182658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rebuchet MS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9"/>
          <p:cNvSpPr txBox="1"/>
          <p:nvPr>
            <p:ph idx="1" type="body"/>
          </p:nvPr>
        </p:nvSpPr>
        <p:spPr>
          <a:xfrm>
            <a:off x="677335" y="4527448"/>
            <a:ext cx="8596668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>
                <a:solidFill>
                  <a:srgbClr val="7F7F7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29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9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9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0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30"/>
          <p:cNvSpPr txBox="1"/>
          <p:nvPr>
            <p:ph idx="1" type="body"/>
          </p:nvPr>
        </p:nvSpPr>
        <p:spPr>
          <a:xfrm>
            <a:off x="677334" y="2160589"/>
            <a:ext cx="4184035" cy="38807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8" name="Google Shape;58;p30"/>
          <p:cNvSpPr txBox="1"/>
          <p:nvPr>
            <p:ph idx="2" type="body"/>
          </p:nvPr>
        </p:nvSpPr>
        <p:spPr>
          <a:xfrm>
            <a:off x="5089970" y="2160589"/>
            <a:ext cx="4184034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30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30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0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31"/>
          <p:cNvSpPr txBox="1"/>
          <p:nvPr>
            <p:ph idx="1" type="body"/>
          </p:nvPr>
        </p:nvSpPr>
        <p:spPr>
          <a:xfrm>
            <a:off x="675745" y="2160983"/>
            <a:ext cx="4185623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5" name="Google Shape;65;p31"/>
          <p:cNvSpPr txBox="1"/>
          <p:nvPr>
            <p:ph idx="2" type="body"/>
          </p:nvPr>
        </p:nvSpPr>
        <p:spPr>
          <a:xfrm>
            <a:off x="675745" y="2737245"/>
            <a:ext cx="4185623" cy="3304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6" name="Google Shape;66;p31"/>
          <p:cNvSpPr txBox="1"/>
          <p:nvPr>
            <p:ph idx="3" type="body"/>
          </p:nvPr>
        </p:nvSpPr>
        <p:spPr>
          <a:xfrm>
            <a:off x="5088383" y="2160983"/>
            <a:ext cx="418561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7" name="Google Shape;67;p31"/>
          <p:cNvSpPr txBox="1"/>
          <p:nvPr>
            <p:ph idx="4" type="body"/>
          </p:nvPr>
        </p:nvSpPr>
        <p:spPr>
          <a:xfrm>
            <a:off x="5088384" y="2737245"/>
            <a:ext cx="4185617" cy="3304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8" name="Google Shape;68;p31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3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3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2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32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3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3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3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3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3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4"/>
          <p:cNvSpPr txBox="1"/>
          <p:nvPr>
            <p:ph type="title"/>
          </p:nvPr>
        </p:nvSpPr>
        <p:spPr>
          <a:xfrm>
            <a:off x="677334" y="1498604"/>
            <a:ext cx="3854528" cy="127846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  <a:defRPr sz="2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34"/>
          <p:cNvSpPr txBox="1"/>
          <p:nvPr>
            <p:ph idx="1" type="body"/>
          </p:nvPr>
        </p:nvSpPr>
        <p:spPr>
          <a:xfrm>
            <a:off x="4760461" y="514924"/>
            <a:ext cx="4513541" cy="5526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83" name="Google Shape;83;p34"/>
          <p:cNvSpPr txBox="1"/>
          <p:nvPr>
            <p:ph idx="2" type="body"/>
          </p:nvPr>
        </p:nvSpPr>
        <p:spPr>
          <a:xfrm>
            <a:off x="677334" y="2777069"/>
            <a:ext cx="3854528" cy="25844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9pPr>
          </a:lstStyle>
          <a:p/>
        </p:txBody>
      </p:sp>
      <p:sp>
        <p:nvSpPr>
          <p:cNvPr id="84" name="Google Shape;84;p34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3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3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35"/>
          <p:cNvSpPr txBox="1"/>
          <p:nvPr>
            <p:ph type="title"/>
          </p:nvPr>
        </p:nvSpPr>
        <p:spPr>
          <a:xfrm>
            <a:off x="677334" y="4800600"/>
            <a:ext cx="8596667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35"/>
          <p:cNvSpPr/>
          <p:nvPr>
            <p:ph idx="2" type="pic"/>
          </p:nvPr>
        </p:nvSpPr>
        <p:spPr>
          <a:xfrm>
            <a:off x="677334" y="609600"/>
            <a:ext cx="8596668" cy="3845718"/>
          </a:xfrm>
          <a:prstGeom prst="rect">
            <a:avLst/>
          </a:prstGeom>
          <a:noFill/>
          <a:ln>
            <a:noFill/>
          </a:ln>
        </p:spPr>
      </p:sp>
      <p:sp>
        <p:nvSpPr>
          <p:cNvPr id="90" name="Google Shape;90;p35"/>
          <p:cNvSpPr txBox="1"/>
          <p:nvPr>
            <p:ph idx="1" type="body"/>
          </p:nvPr>
        </p:nvSpPr>
        <p:spPr>
          <a:xfrm>
            <a:off x="677334" y="5367338"/>
            <a:ext cx="8596667" cy="6740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1" name="Google Shape;91;p35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3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3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>
  <p:cSld name="Title and Caption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6"/>
          <p:cNvSpPr txBox="1"/>
          <p:nvPr>
            <p:ph type="title"/>
          </p:nvPr>
        </p:nvSpPr>
        <p:spPr>
          <a:xfrm>
            <a:off x="677335" y="609600"/>
            <a:ext cx="8596668" cy="340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36"/>
          <p:cNvSpPr txBox="1"/>
          <p:nvPr>
            <p:ph idx="1" type="body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7" name="Google Shape;97;p36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3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3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>
  <p:cSld name="Quote with Caption"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7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37"/>
          <p:cNvSpPr txBox="1"/>
          <p:nvPr>
            <p:ph idx="1" type="body"/>
          </p:nvPr>
        </p:nvSpPr>
        <p:spPr>
          <a:xfrm>
            <a:off x="1366139" y="3632200"/>
            <a:ext cx="7224524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 sz="1600">
                <a:solidFill>
                  <a:srgbClr val="7F7F7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03" name="Google Shape;103;p37"/>
          <p:cNvSpPr txBox="1"/>
          <p:nvPr>
            <p:ph idx="2" type="body"/>
          </p:nvPr>
        </p:nvSpPr>
        <p:spPr>
          <a:xfrm>
            <a:off x="677335" y="4470400"/>
            <a:ext cx="8596668" cy="15709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4" name="Google Shape;104;p37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3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3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37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C8D2BC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08" name="Google Shape;108;p37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C8D2BC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 sz="1800">
              <a:solidFill>
                <a:srgbClr val="C8D2BC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>
  <p:cSld name="Name Card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8"/>
          <p:cNvSpPr txBox="1"/>
          <p:nvPr>
            <p:ph type="title"/>
          </p:nvPr>
        </p:nvSpPr>
        <p:spPr>
          <a:xfrm>
            <a:off x="677335" y="1931988"/>
            <a:ext cx="8596668" cy="25954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38"/>
          <p:cNvSpPr txBox="1"/>
          <p:nvPr>
            <p:ph idx="1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3F3F3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2" name="Google Shape;112;p38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38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38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Name Card">
  <p:cSld name="Quote Name Card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9"/>
          <p:cNvSpPr txBox="1"/>
          <p:nvPr>
            <p:ph type="title"/>
          </p:nvPr>
        </p:nvSpPr>
        <p:spPr>
          <a:xfrm>
            <a:off x="931334" y="609600"/>
            <a:ext cx="8094134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39"/>
          <p:cNvSpPr txBox="1"/>
          <p:nvPr>
            <p:ph idx="1" type="body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rgbClr val="3F3F3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18" name="Google Shape;118;p39"/>
          <p:cNvSpPr txBox="1"/>
          <p:nvPr>
            <p:ph idx="2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19" name="Google Shape;119;p39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9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1" name="Google Shape;121;p39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2" name="Google Shape;122;p3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C8D2BC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23" name="Google Shape;123;p39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rgbClr val="C8D2BC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ue or False">
  <p:cSld name="True or False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0"/>
          <p:cNvSpPr txBox="1"/>
          <p:nvPr>
            <p:ph type="title"/>
          </p:nvPr>
        </p:nvSpPr>
        <p:spPr>
          <a:xfrm>
            <a:off x="685799" y="609600"/>
            <a:ext cx="8588203" cy="302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Font typeface="Trebuchet MS"/>
              <a:buNone/>
              <a:defRPr b="0" sz="44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40"/>
          <p:cNvSpPr txBox="1"/>
          <p:nvPr>
            <p:ph idx="1" type="body"/>
          </p:nvPr>
        </p:nvSpPr>
        <p:spPr>
          <a:xfrm>
            <a:off x="677332" y="4013200"/>
            <a:ext cx="8596669" cy="5142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Font typeface="Trebuchet MS"/>
              <a:buNone/>
              <a:defRPr sz="2400">
                <a:solidFill>
                  <a:schemeClr val="accen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280"/>
              <a:buFont typeface="Trebuchet MS"/>
              <a:buNone/>
              <a:defRPr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120"/>
              <a:buFont typeface="Trebuchet MS"/>
              <a:buNone/>
              <a:defRPr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960"/>
              <a:buFont typeface="Trebuchet MS"/>
              <a:buNone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27" name="Google Shape;127;p40"/>
          <p:cNvSpPr txBox="1"/>
          <p:nvPr>
            <p:ph idx="2" type="body"/>
          </p:nvPr>
        </p:nvSpPr>
        <p:spPr>
          <a:xfrm>
            <a:off x="677335" y="4527448"/>
            <a:ext cx="8596668" cy="151391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7F7F7F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8" name="Google Shape;128;p40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40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40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1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41"/>
          <p:cNvSpPr txBox="1"/>
          <p:nvPr>
            <p:ph idx="1" type="body"/>
          </p:nvPr>
        </p:nvSpPr>
        <p:spPr>
          <a:xfrm rot="5400000">
            <a:off x="3035281" y="-197358"/>
            <a:ext cx="3880773" cy="85966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34" name="Google Shape;134;p41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4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4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42"/>
          <p:cNvSpPr txBox="1"/>
          <p:nvPr>
            <p:ph type="title"/>
          </p:nvPr>
        </p:nvSpPr>
        <p:spPr>
          <a:xfrm rot="5400000">
            <a:off x="5994319" y="2582953"/>
            <a:ext cx="5251451" cy="13047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42"/>
          <p:cNvSpPr txBox="1"/>
          <p:nvPr>
            <p:ph idx="1" type="body"/>
          </p:nvPr>
        </p:nvSpPr>
        <p:spPr>
          <a:xfrm rot="5400000">
            <a:off x="1581685" y="-294750"/>
            <a:ext cx="5251450" cy="70601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140" name="Google Shape;140;p42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4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4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theme" Target="../theme/theme2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Google Shape;11;p26"/>
            <p:cNvCxnSpPr/>
            <p:nvPr/>
          </p:nvCxnSpPr>
          <p:spPr>
            <a:xfrm>
              <a:off x="9371012" y="0"/>
              <a:ext cx="1219200" cy="6858000"/>
            </a:xfrm>
            <a:prstGeom prst="straightConnector1">
              <a:avLst/>
            </a:prstGeom>
            <a:noFill/>
            <a:ln cap="flat" cmpd="sng" w="9525">
              <a:solidFill>
                <a:srgbClr val="BFBFB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" name="Google Shape;12;p26"/>
            <p:cNvCxnSpPr/>
            <p:nvPr/>
          </p:nvCxnSpPr>
          <p:spPr>
            <a:xfrm flipH="1">
              <a:off x="7425267" y="3681413"/>
              <a:ext cx="4763558" cy="3176587"/>
            </a:xfrm>
            <a:prstGeom prst="straightConnector1">
              <a:avLst/>
            </a:prstGeom>
            <a:noFill/>
            <a:ln cap="flat" cmpd="sng" w="9525">
              <a:solidFill>
                <a:srgbClr val="D8D8D8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3" name="Google Shape;13;p26"/>
            <p:cNvSpPr/>
            <p:nvPr/>
          </p:nvSpPr>
          <p:spPr>
            <a:xfrm>
              <a:off x="9181476" y="-8467"/>
              <a:ext cx="3007349" cy="6866467"/>
            </a:xfrm>
            <a:custGeom>
              <a:rect b="b" l="l" r="r" t="t"/>
              <a:pathLst>
                <a:path extrusionOk="0"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29803"/>
              </a:schemeClr>
            </a:solidFill>
            <a:ln>
              <a:noFill/>
            </a:ln>
          </p:spPr>
        </p:sp>
        <p:sp>
          <p:nvSpPr>
            <p:cNvPr id="14" name="Google Shape;14;p26"/>
            <p:cNvSpPr/>
            <p:nvPr/>
          </p:nvSpPr>
          <p:spPr>
            <a:xfrm>
              <a:off x="9603442" y="-8467"/>
              <a:ext cx="2588558" cy="6866467"/>
            </a:xfrm>
            <a:custGeom>
              <a:rect b="b" l="l" r="r" t="t"/>
              <a:pathLst>
                <a:path extrusionOk="0"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</p:sp>
        <p:sp>
          <p:nvSpPr>
            <p:cNvPr id="15" name="Google Shape;15;p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1764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6"/>
            <p:cNvSpPr/>
            <p:nvPr/>
          </p:nvSpPr>
          <p:spPr>
            <a:xfrm>
              <a:off x="9334500" y="-8467"/>
              <a:ext cx="2854326" cy="6866467"/>
            </a:xfrm>
            <a:custGeom>
              <a:rect b="b" l="l" r="r" t="t"/>
              <a:pathLst>
                <a:path extrusionOk="0"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D7E0E">
                <a:alpha val="69803"/>
              </a:srgbClr>
            </a:solidFill>
            <a:ln>
              <a:noFill/>
            </a:ln>
          </p:spPr>
        </p:sp>
        <p:sp>
          <p:nvSpPr>
            <p:cNvPr id="17" name="Google Shape;17;p26"/>
            <p:cNvSpPr/>
            <p:nvPr/>
          </p:nvSpPr>
          <p:spPr>
            <a:xfrm>
              <a:off x="10898730" y="-8467"/>
              <a:ext cx="1290094" cy="6866467"/>
            </a:xfrm>
            <a:custGeom>
              <a:rect b="b" l="l" r="r" t="t"/>
              <a:pathLst>
                <a:path extrusionOk="0"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rgbClr val="C8D2BC">
                <a:alpha val="69803"/>
              </a:srgbClr>
            </a:solidFill>
            <a:ln>
              <a:noFill/>
            </a:ln>
          </p:spPr>
        </p:sp>
        <p:sp>
          <p:nvSpPr>
            <p:cNvPr id="18" name="Google Shape;18;p26"/>
            <p:cNvSpPr/>
            <p:nvPr/>
          </p:nvSpPr>
          <p:spPr>
            <a:xfrm>
              <a:off x="10938999" y="-8467"/>
              <a:ext cx="1249825" cy="6866467"/>
            </a:xfrm>
            <a:custGeom>
              <a:rect b="b" l="l" r="r" t="t"/>
              <a:pathLst>
                <a:path extrusionOk="0"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4705"/>
              </a:schemeClr>
            </a:solidFill>
            <a:ln>
              <a:noFill/>
            </a:ln>
          </p:spPr>
        </p:sp>
        <p:sp>
          <p:nvSpPr>
            <p:cNvPr id="19" name="Google Shape;19;p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6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4705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26"/>
          <p:cNvSpPr txBox="1"/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Trebuchet MS"/>
              <a:buNone/>
              <a:defRPr b="0" i="0" sz="36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22" name="Google Shape;22;p26"/>
          <p:cNvSpPr txBox="1"/>
          <p:nvPr>
            <p:ph idx="1" type="body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-309880" lvl="1" marL="914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-299719" lvl="2" marL="1371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-289560" lvl="3" marL="1828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-289560" lvl="4" marL="22860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-289560" lvl="5" marL="2743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-289560" lvl="6" marL="3200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-289559" lvl="7" marL="3657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-289559" lvl="8" marL="4114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3" name="Google Shape;23;p26"/>
          <p:cNvSpPr txBox="1"/>
          <p:nvPr>
            <p:ph idx="10" type="dt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4" name="Google Shape;24;p2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/>
        </p:txBody>
      </p:sp>
      <p:sp>
        <p:nvSpPr>
          <p:cNvPr id="25" name="Google Shape;25;p2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"/>
          <p:cNvSpPr txBox="1"/>
          <p:nvPr/>
        </p:nvSpPr>
        <p:spPr>
          <a:xfrm>
            <a:off x="813241" y="1321576"/>
            <a:ext cx="8973214" cy="307943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5400"/>
              <a:buFont typeface="Trebuchet MS"/>
              <a:buNone/>
            </a:pPr>
            <a:r>
              <a:rPr b="1" i="0" lang="en-US" sz="5400" u="none" cap="none" strike="noStrike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AREA III: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Tahoma"/>
              <a:buNone/>
            </a:pPr>
            <a:r>
              <a:rPr b="1" i="0" lang="en-US" sz="4000" u="none" cap="none" strike="noStrike">
                <a:solidFill>
                  <a:schemeClr val="accent1"/>
                </a:solidFill>
                <a:latin typeface="Tahoma"/>
                <a:ea typeface="Tahoma"/>
                <a:cs typeface="Tahoma"/>
                <a:sym typeface="Tahoma"/>
              </a:rPr>
              <a:t>AB Structures and Environment Engineering and Bioprocess Engineering and Allied Subjects </a:t>
            </a:r>
            <a:endParaRPr b="1" i="0" sz="5400" u="none" cap="none" strike="noStrike">
              <a:solidFill>
                <a:srgbClr val="E18E2E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" name="Google Shape;148;p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49" name="Google Shape;149;p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"/>
          <p:cNvSpPr txBox="1"/>
          <p:nvPr/>
        </p:nvSpPr>
        <p:spPr>
          <a:xfrm>
            <a:off x="911550" y="1282419"/>
            <a:ext cx="7787282" cy="7146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rebuchet MS"/>
              <a:buNone/>
            </a:pPr>
            <a:r>
              <a:rPr b="1" i="0" lang="en-US" sz="3200" u="sng" cap="none" strike="noStrike">
                <a:solidFill>
                  <a:schemeClr val="accent1"/>
                </a:solidFill>
                <a:latin typeface="Trebuchet MS"/>
                <a:ea typeface="Trebuchet MS"/>
                <a:cs typeface="Trebuchet MS"/>
                <a:sym typeface="Trebuchet MS"/>
              </a:rPr>
              <a:t>Agricultural Buildings and Structures</a:t>
            </a:r>
            <a:endParaRPr b="1" i="0" sz="6000" u="sng" cap="none" strike="noStrike">
              <a:solidFill>
                <a:srgbClr val="E18E2E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5" name="Google Shape;155;p2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TOPIC 1: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911550" y="1992501"/>
            <a:ext cx="8376829" cy="3583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Trebuchet MS"/>
              <a:buNone/>
            </a:pPr>
            <a:r>
              <a:rPr b="1" i="0" lang="en-US" sz="3600" u="none" cap="none" strike="noStrike">
                <a:solidFill>
                  <a:schemeClr val="accent2"/>
                </a:solidFill>
                <a:latin typeface="Trebuchet MS"/>
                <a:ea typeface="Trebuchet MS"/>
                <a:cs typeface="Trebuchet MS"/>
                <a:sym typeface="Trebuchet MS"/>
              </a:rPr>
              <a:t>1.3</a:t>
            </a:r>
            <a:r>
              <a:rPr b="1" i="0" lang="en-US" sz="36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0" i="0" lang="en-US" sz="2400" u="none" cap="none" strike="noStrike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Prepare and evaluate plans and designs, technical specifications, program of works and cost estimates of farm-to-market roads, farm bridges and other horizontal agricultural structures.</a:t>
            </a:r>
            <a:endParaRPr b="0" i="0" sz="24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Number of items: 5-6 questions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Coverage: PAES 421:2009 or PNS/BAFS PABES 289:2019</a:t>
            </a:r>
            <a:endParaRPr b="1" i="0" sz="28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7" name="Google Shape;157;p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58" name="Google Shape;158;p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77500" lnSpcReduction="2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ct val="1000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PNS/BAFS PABES 289:2019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Trebuchet MS"/>
              <a:buNone/>
            </a:pPr>
            <a:r>
              <a:rPr b="1" i="0" lang="en-US" sz="4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Farm-to-Market Roads – Concrete roads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Trebuchet MS"/>
              <a:buNone/>
            </a:pPr>
            <a:r>
              <a:t/>
            </a:r>
            <a:endParaRPr b="1" i="0" sz="4000" u="none" cap="none" strike="noStrike">
              <a:solidFill>
                <a:srgbClr val="E18E2E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Definition of Terms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Typical location of FMRs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General components of FMR (one-lane and two-lane)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Minimum design speed (Table 1)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Horizontal curves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Maximum grades (Table 2)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Critical lengths of grade for design (Table 3)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One-lane and two-lane roadway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Road shoulder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Side slopes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Design storm frequency (Table 9)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ct val="100000"/>
              <a:buFont typeface="Noto Sans Symbols"/>
              <a:buChar char="❑"/>
            </a:pPr>
            <a:r>
              <a:rPr b="1" i="0" lang="en-US" sz="32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Storm drain systems</a:t>
            </a:r>
            <a:endParaRPr/>
          </a:p>
          <a:p>
            <a:pPr indent="-358775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Noto Sans Symbols"/>
              <a:buNone/>
            </a:pPr>
            <a:r>
              <a:t/>
            </a:r>
            <a:endParaRPr b="1" i="0" sz="20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9405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Noto Sans Symbols"/>
              <a:buNone/>
            </a:pPr>
            <a:r>
              <a:t/>
            </a:r>
            <a:endParaRPr b="1" i="0" sz="28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319405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100000"/>
              <a:buFont typeface="Noto Sans Symbols"/>
              <a:buNone/>
            </a:pPr>
            <a:r>
              <a:t/>
            </a:r>
            <a:endParaRPr b="1" i="0" sz="28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4" name="Google Shape;164;p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65" name="Google Shape;165;p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What is the minimum carriage way of one-lane and two-lane FMR, excluding shoulders?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2-4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4-6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2.5-5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3-6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72" name="Google Shape;172;p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73" name="Google Shape;173;p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5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For gravel and bituminous FMR, what is the minimum slope from the center line towards the ditch?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1.5%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2%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2.5%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3%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0" name="Google Shape;180;p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81" name="Google Shape;181;p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pic>
        <p:nvPicPr>
          <p:cNvPr id="187" name="Google Shape;187;p6"/>
          <p:cNvPicPr preferRelativeResize="0"/>
          <p:nvPr/>
        </p:nvPicPr>
        <p:blipFill rotWithShape="1">
          <a:blip r:embed="rId3">
            <a:alphaModFix/>
          </a:blip>
          <a:srcRect b="18513" l="25902" r="7688" t="36161"/>
          <a:stretch/>
        </p:blipFill>
        <p:spPr>
          <a:xfrm>
            <a:off x="625640" y="1509963"/>
            <a:ext cx="8997451" cy="3838073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89" name="Google Shape;189;p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7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195" name="Google Shape;195;p7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In constructing FMR, what should be the 3</a:t>
            </a:r>
            <a:r>
              <a:rPr b="1" baseline="30000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rd</a:t>
            </a: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 FMR layer?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Aggregate surface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Aggregate base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Aggregate sub-base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Earth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96" name="Google Shape;196;p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197" name="Google Shape;197;p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03" name="Google Shape;203;p8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i="0" sz="2400" u="none" cap="none" strike="noStrike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1335506" y="2057400"/>
            <a:ext cx="3561348" cy="697832"/>
          </a:xfrm>
          <a:prstGeom prst="rect">
            <a:avLst/>
          </a:prstGeom>
          <a:blipFill rotWithShape="1">
            <a:blip r:embed="rId3">
              <a:alphaModFix/>
            </a:blip>
            <a:tile algn="tl" flip="none" tx="0" sx="100000" ty="0" sy="100000"/>
          </a:blipFill>
          <a:ln cap="rnd" cmpd="sng" w="19050">
            <a:solidFill>
              <a:srgbClr val="6645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1335506" y="2755232"/>
            <a:ext cx="3561348" cy="697832"/>
          </a:xfrm>
          <a:prstGeom prst="rect">
            <a:avLst/>
          </a:prstGeom>
          <a:blipFill rotWithShape="1">
            <a:blip r:embed="rId4">
              <a:alphaModFix/>
            </a:blip>
            <a:tile algn="tl" flip="none" tx="0" sx="100000" ty="0" sy="100000"/>
          </a:blipFill>
          <a:ln cap="rnd" cmpd="sng" w="19050">
            <a:solidFill>
              <a:srgbClr val="66451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1335506" y="3429000"/>
            <a:ext cx="3561348" cy="697832"/>
          </a:xfrm>
          <a:prstGeom prst="rect">
            <a:avLst/>
          </a:prstGeom>
          <a:gradFill>
            <a:gsLst>
              <a:gs pos="0">
                <a:srgbClr val="ADADAD"/>
              </a:gs>
              <a:gs pos="88000">
                <a:srgbClr val="5A5A5A"/>
              </a:gs>
              <a:gs pos="100000">
                <a:srgbClr val="5A5A5A"/>
              </a:gs>
            </a:gsLst>
            <a:lin ang="5400000" scaled="0"/>
          </a:gradFill>
          <a:ln cap="rnd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1335506" y="4107439"/>
            <a:ext cx="3561348" cy="697832"/>
          </a:xfrm>
          <a:prstGeom prst="rect">
            <a:avLst/>
          </a:prstGeom>
          <a:blipFill rotWithShape="1">
            <a:blip r:embed="rId5">
              <a:alphaModFix/>
            </a:blip>
            <a:tile algn="tl" flip="none" tx="0" sx="100000" ty="0" sy="100000"/>
          </a:blipFill>
          <a:ln cap="rnd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08" name="Google Shape;208;p8"/>
          <p:cNvSpPr txBox="1"/>
          <p:nvPr/>
        </p:nvSpPr>
        <p:spPr>
          <a:xfrm>
            <a:off x="5099964" y="2221650"/>
            <a:ext cx="304128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r>
              <a:rPr b="0" baseline="3000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st</a:t>
            </a:r>
            <a:r>
              <a:rPr b="0" i="0" lang="en-US" sz="1800" u="none" cap="none" strike="noStrik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layer: Aggregate Surface</a:t>
            </a:r>
            <a:endParaRPr/>
          </a:p>
        </p:txBody>
      </p:sp>
      <p:sp>
        <p:nvSpPr>
          <p:cNvPr id="209" name="Google Shape;209;p8"/>
          <p:cNvSpPr txBox="1"/>
          <p:nvPr/>
        </p:nvSpPr>
        <p:spPr>
          <a:xfrm>
            <a:off x="5099964" y="2919482"/>
            <a:ext cx="2783198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2</a:t>
            </a:r>
            <a:r>
              <a:rPr baseline="30000"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nd</a:t>
            </a: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layer: Aggregate Base</a:t>
            </a:r>
            <a:endParaRPr/>
          </a:p>
        </p:txBody>
      </p:sp>
      <p:sp>
        <p:nvSpPr>
          <p:cNvPr id="210" name="Google Shape;210;p8"/>
          <p:cNvSpPr txBox="1"/>
          <p:nvPr/>
        </p:nvSpPr>
        <p:spPr>
          <a:xfrm>
            <a:off x="5099964" y="3555059"/>
            <a:ext cx="3123034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r>
              <a:rPr baseline="30000"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rd</a:t>
            </a: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layer: Aggregate Subbase</a:t>
            </a:r>
            <a:endParaRPr/>
          </a:p>
        </p:txBody>
      </p:sp>
      <p:sp>
        <p:nvSpPr>
          <p:cNvPr id="211" name="Google Shape;211;p8"/>
          <p:cNvSpPr txBox="1"/>
          <p:nvPr/>
        </p:nvSpPr>
        <p:spPr>
          <a:xfrm>
            <a:off x="5099964" y="4271689"/>
            <a:ext cx="174599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4</a:t>
            </a:r>
            <a:r>
              <a:rPr baseline="30000"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th</a:t>
            </a:r>
            <a:r>
              <a:rPr lang="en-US" sz="180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 layer: Earth</a:t>
            </a:r>
            <a:endParaRPr/>
          </a:p>
        </p:txBody>
      </p:sp>
      <p:sp>
        <p:nvSpPr>
          <p:cNvPr id="212" name="Google Shape;212;p8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13" name="Google Shape;213;p8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9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19" name="Google Shape;219;p9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In minimum, all culverts and storm drains used in relation with FMR should be designed using a storm of ___ and 24 hours.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1-year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2-year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3-year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4-year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0" name="Google Shape;220;p9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21" name="Google Shape;221;p9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0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27" name="Google Shape;227;p10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The tank shall have heating device able to heat a complete charge of bituminous liquid to ___ </a:t>
            </a:r>
            <a:r>
              <a:rPr b="1" baseline="30000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o</a:t>
            </a: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C.</a:t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80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120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180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200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8" name="Google Shape;228;p10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29" name="Google Shape;229;p10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11"/>
          <p:cNvSpPr txBox="1"/>
          <p:nvPr>
            <p:ph type="ctrTitle"/>
          </p:nvPr>
        </p:nvSpPr>
        <p:spPr>
          <a:xfrm>
            <a:off x="911550" y="673475"/>
            <a:ext cx="8498668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3200"/>
              <a:buFont typeface="Trebuchet MS"/>
              <a:buNone/>
            </a:pPr>
            <a:r>
              <a:rPr b="1" lang="en-US" sz="32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Different types of culvert and lined canals</a:t>
            </a:r>
            <a:endParaRPr/>
          </a:p>
        </p:txBody>
      </p:sp>
      <p:pic>
        <p:nvPicPr>
          <p:cNvPr id="235" name="Google Shape;235;p11"/>
          <p:cNvPicPr preferRelativeResize="0"/>
          <p:nvPr/>
        </p:nvPicPr>
        <p:blipFill rotWithShape="1">
          <a:blip r:embed="rId3">
            <a:alphaModFix/>
          </a:blip>
          <a:srcRect b="11124" l="29686" r="10002" t="16679"/>
          <a:stretch/>
        </p:blipFill>
        <p:spPr>
          <a:xfrm>
            <a:off x="1828799" y="1282419"/>
            <a:ext cx="6736466" cy="5039874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1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37" name="Google Shape;237;p1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3200"/>
              <a:buFont typeface="Trebuchet MS"/>
              <a:buNone/>
            </a:pPr>
            <a:r>
              <a:rPr b="1" lang="en-US" sz="32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Different types of culvert and lined canals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rebuchet MS"/>
              <a:buNone/>
            </a:pPr>
            <a:r>
              <a:t/>
            </a:r>
            <a:endParaRPr b="1" sz="3200">
              <a:solidFill>
                <a:srgbClr val="E18E2E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❑"/>
            </a:pPr>
            <a:r>
              <a:rPr b="1" lang="en-US" sz="3200" u="sng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Trapezoidal Ditch</a:t>
            </a:r>
            <a:r>
              <a:rPr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 – can reduce the risk of erosion for a lower water velocity.</a:t>
            </a:r>
            <a:endParaRPr/>
          </a:p>
          <a:p>
            <a:pPr indent="-825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t/>
            </a:r>
            <a:endParaRPr sz="3200">
              <a:solidFill>
                <a:schemeClr val="dk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❑"/>
            </a:pPr>
            <a:r>
              <a:rPr b="1" lang="en-US" sz="3200" u="sng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Triangular V-ditch</a:t>
            </a:r>
            <a:r>
              <a:rPr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 – intended primarily for low flow conditions such as in median and roadside ditches. This shape is susceptible to erosion and shall require lining when flow velocities exceed the permissible velocities.</a:t>
            </a:r>
            <a:endParaRPr b="1" sz="1800" u="sng">
              <a:solidFill>
                <a:schemeClr val="dk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43" name="Google Shape;243;p1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44" name="Google Shape;244;p1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3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lnSpcReduction="10000"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3200"/>
              <a:buFont typeface="Trebuchet MS"/>
              <a:buNone/>
            </a:pPr>
            <a:r>
              <a:rPr b="1" lang="en-US" sz="32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Different types of culvert and lined canals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rebuchet MS"/>
              <a:buNone/>
            </a:pPr>
            <a:r>
              <a:t/>
            </a:r>
            <a:endParaRPr b="1" sz="3200">
              <a:solidFill>
                <a:srgbClr val="E18E2E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❑"/>
            </a:pPr>
            <a:r>
              <a:rPr b="1" lang="en-US" sz="3200" u="sng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Culvert</a:t>
            </a:r>
            <a:r>
              <a:rPr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1"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– </a:t>
            </a:r>
            <a:r>
              <a:rPr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drainage structure that may or may not, directly support and that extends across and beneath a highway street, driveway alley, arterial, or other public way.</a:t>
            </a:r>
            <a:endParaRPr/>
          </a:p>
          <a:p>
            <a:pPr indent="-825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Noto Sans Symbols"/>
              <a:buNone/>
            </a:pPr>
            <a:r>
              <a:t/>
            </a:r>
            <a:endParaRPr sz="3200">
              <a:solidFill>
                <a:schemeClr val="dk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857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❑"/>
            </a:pPr>
            <a:r>
              <a:rPr b="1" lang="en-US" sz="3200" u="sng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Ditches</a:t>
            </a:r>
            <a:r>
              <a:rPr lang="en-US" sz="3200">
                <a:solidFill>
                  <a:schemeClr val="dk2"/>
                </a:solidFill>
                <a:latin typeface="Trebuchet MS"/>
                <a:ea typeface="Trebuchet MS"/>
                <a:cs typeface="Trebuchet MS"/>
                <a:sym typeface="Trebuchet MS"/>
              </a:rPr>
              <a:t> – constructed to drain water from the subgrade and to collect surface water either from the roadway surface or adjacent.</a:t>
            </a:r>
            <a:endParaRPr b="1" sz="1800" u="sng">
              <a:solidFill>
                <a:schemeClr val="dk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50" name="Google Shape;250;p1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51" name="Google Shape;251;p1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4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Noto Sans Symbols"/>
              <a:buChar char="❑"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Concrete 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Noto Sans Symbols"/>
              <a:buChar char="❑"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Masonry</a:t>
            </a:r>
            <a:endParaRPr/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257" name="Google Shape;257;p14"/>
          <p:cNvPicPr preferRelativeResize="0"/>
          <p:nvPr/>
        </p:nvPicPr>
        <p:blipFill rotWithShape="1">
          <a:blip r:embed="rId3">
            <a:alphaModFix/>
          </a:blip>
          <a:srcRect b="12182" l="5614" r="11228" t="10624"/>
          <a:stretch/>
        </p:blipFill>
        <p:spPr>
          <a:xfrm rot="5400000">
            <a:off x="3937052" y="2185336"/>
            <a:ext cx="4317894" cy="3006129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59" name="Google Shape;259;p1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5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Noto Sans Symbols"/>
              <a:buChar char="❑"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Concrete Proportion</a:t>
            </a:r>
            <a:endParaRPr/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aphicFrame>
        <p:nvGraphicFramePr>
          <p:cNvPr id="265" name="Google Shape;265;p15"/>
          <p:cNvGraphicFramePr/>
          <p:nvPr/>
        </p:nvGraphicFramePr>
        <p:xfrm>
          <a:off x="1033378" y="25845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{EB3B4EE1-21E5-4907-A903-BA56DBF52118}</a:tableStyleId>
              </a:tblPr>
              <a:tblGrid>
                <a:gridCol w="1407925"/>
                <a:gridCol w="1407925"/>
                <a:gridCol w="1407925"/>
                <a:gridCol w="1407925"/>
                <a:gridCol w="1407925"/>
                <a:gridCol w="1407925"/>
              </a:tblGrid>
              <a:tr h="437525"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Mix Class</a:t>
                      </a:r>
                      <a:endParaRPr/>
                    </a:p>
                  </a:txBody>
                  <a:tcPr marT="45725" marB="45725" marR="91450" marL="91450"/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Proportion</a:t>
                      </a:r>
                      <a:endParaRPr/>
                    </a:p>
                  </a:txBody>
                  <a:tcPr marT="45725" marB="45725" marR="91450" marL="91450"/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Cement in Bag</a:t>
                      </a:r>
                      <a:endParaRPr/>
                    </a:p>
                  </a:txBody>
                  <a:tcPr marT="45725" marB="45725" marR="91450" marL="91450"/>
                </a:tc>
                <a:tc h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Sand (cu. m)</a:t>
                      </a:r>
                      <a:endParaRPr/>
                    </a:p>
                  </a:txBody>
                  <a:tcPr marT="45725" marB="45725" marR="91450" marL="91450"/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Gravel (cu. m)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437525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40 kg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 u="none" cap="none" strike="noStrike"/>
                        <a:t>50 kg</a:t>
                      </a:r>
                      <a:endParaRPr/>
                    </a:p>
                  </a:txBody>
                  <a:tcPr marT="45725" marB="45725" marR="91450" marL="91450"/>
                </a:tc>
                <a:tc vMerge="1"/>
                <a:tc vMerge="1"/>
              </a:tr>
              <a:tr h="437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AA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1:1/2:3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9.5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0.5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437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A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1:2:4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rebuchet MS"/>
                        <a:buNone/>
                      </a:pPr>
                      <a:r>
                        <a:rPr lang="en-US" sz="1800" u="none" cap="none" strike="noStrike"/>
                        <a:t>0.5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437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B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1: 2 ½: 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7.5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rebuchet MS"/>
                        <a:buNone/>
                      </a:pPr>
                      <a:r>
                        <a:rPr lang="en-US" sz="1800" u="none" cap="none" strike="noStrike"/>
                        <a:t>0.5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4375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C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1:3:6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rebuchet MS"/>
                        <a:buNone/>
                      </a:pPr>
                      <a:r>
                        <a:rPr lang="en-US" sz="1800" u="none" cap="none" strike="noStrike"/>
                        <a:t>0.5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1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266" name="Google Shape;266;p1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67" name="Google Shape;267;p1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6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73" name="Google Shape;273;p16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What cement class is used for the construction of FMR?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Class AA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Class A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Class B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Class C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74" name="Google Shape;274;p16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75" name="Google Shape;275;p16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7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81" name="Google Shape;281;p17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What cement class is used for the open channel construction?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a. Class AA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b. Class A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c. Class B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d. Class C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82" name="Google Shape;282;p17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83" name="Google Shape;283;p17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8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89" name="Google Shape;289;p18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 5-meter wide FMR is being constructed. After base preparation, concreting of one (1) km long road is needed. Using a Class “A” concrete, find the required number of bags cement, sand, and gravel if the slab is 6 inches thick.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90" name="Google Shape;290;p18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91" name="Google Shape;291;p18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297" name="Google Shape;297;p19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Solution: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457200" lvl="0" marL="45720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AutoNum type="arabicPeriod"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Solve for the volume of concrete pavement, convert 6 in to meters and 1 km to meters.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6 in = 0.15 m and 1 km = 1,000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Vol = (Thickness)(Width)(Length)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Vol = (0.15 m)(5 m)(1,000 m)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	Vol = 750 cu.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98" name="Google Shape;298;p19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299" name="Google Shape;299;p19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"/>
          <p:cNvSpPr txBox="1"/>
          <p:nvPr>
            <p:ph type="ctrTitle"/>
          </p:nvPr>
        </p:nvSpPr>
        <p:spPr>
          <a:xfrm>
            <a:off x="911550" y="673475"/>
            <a:ext cx="5966889" cy="608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000"/>
              <a:buFont typeface="Trebuchet MS"/>
              <a:buNone/>
            </a:pPr>
            <a:r>
              <a:rPr b="1" lang="en-US" sz="40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Sample questions</a:t>
            </a:r>
            <a:endParaRPr/>
          </a:p>
        </p:txBody>
      </p:sp>
      <p:sp>
        <p:nvSpPr>
          <p:cNvPr id="305" name="Google Shape;305;p20"/>
          <p:cNvSpPr txBox="1"/>
          <p:nvPr/>
        </p:nvSpPr>
        <p:spPr>
          <a:xfrm>
            <a:off x="911550" y="1451080"/>
            <a:ext cx="8376829" cy="4504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Solution: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2. Refer to the table for concrete proportion. Using 40 kg cement, multiply the volume by the corresponding value.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Cement: 750 x 9.0 = 6,750 bags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Sand:      750 x 0.5 = 375 cu.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b="1"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Gravel:   750 x 1.0 = 750 cu. M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Trebuchet MS"/>
              <a:buNone/>
            </a:pPr>
            <a:r>
              <a:t/>
            </a:r>
            <a:endParaRPr b="1" sz="2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400"/>
              <a:buFont typeface="Trebuchet MS"/>
              <a:buNone/>
            </a:pPr>
            <a:r>
              <a:rPr lang="en-US" sz="24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3. If there is no available 40 kg bag (if stated so), use 50 kg. </a:t>
            </a:r>
            <a:endParaRPr/>
          </a:p>
        </p:txBody>
      </p:sp>
      <p:sp>
        <p:nvSpPr>
          <p:cNvPr id="306" name="Google Shape;306;p20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07" name="Google Shape;307;p20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21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Noto Sans Symbols"/>
              <a:buChar char="❑"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Concrete Hollow Blocks (CHB)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This can be calculated using </a:t>
            </a:r>
            <a:r>
              <a:rPr b="1" lang="en-US" sz="28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Fundamental Method</a:t>
            </a: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and</a:t>
            </a: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1" lang="en-US" sz="28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Area Method.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 u="sng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As stated in Max Fajardo’s book, </a:t>
            </a:r>
            <a:r>
              <a:rPr b="1" lang="en-US" sz="28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one sq. m of area requires 12.5 pieces of CHB.</a:t>
            </a:r>
            <a:endParaRPr/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t</a:t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3" name="Google Shape;313;p21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14" name="Google Shape;314;p21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22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 CHB wall has a dimension of 3.0 meters high by 4.0 meters long. Determine the number of CHB requirement to construct the wall.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Typical CHB size used in construction is 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b="1"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4” x 8” x 16” (TxHxL)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20" name="Google Shape;320;p22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21" name="Google Shape;321;p22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3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Using </a:t>
            </a:r>
            <a:r>
              <a:rPr b="1" lang="en-US" sz="28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Fundamental Method: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 u="sng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Divide the height of the fence by the height of one block.</a:t>
            </a:r>
            <a:endParaRPr/>
          </a:p>
          <a:p>
            <a:pPr indent="-3365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Divide the length of the fence by the length of one block.</a:t>
            </a:r>
            <a:endParaRPr/>
          </a:p>
          <a:p>
            <a:pPr indent="-3365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Multiply the result of step 1 by step 2.</a:t>
            </a:r>
            <a:endParaRPr/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27" name="Google Shape;327;p23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28" name="Google Shape;328;p23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24"/>
          <p:cNvSpPr txBox="1"/>
          <p:nvPr/>
        </p:nvSpPr>
        <p:spPr>
          <a:xfrm>
            <a:off x="947645" y="534990"/>
            <a:ext cx="8773871" cy="531235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4400"/>
              <a:buFont typeface="Trebuchet MS"/>
              <a:buNone/>
            </a:pPr>
            <a:r>
              <a:rPr b="1" lang="en-US" sz="4400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Simplified Construction Estimate</a:t>
            </a:r>
            <a:endParaRPr b="1" sz="44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Trebuchet MS"/>
              <a:buNone/>
            </a:pPr>
            <a:r>
              <a:t/>
            </a:r>
            <a:endParaRPr b="1" sz="20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None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Using </a:t>
            </a:r>
            <a:r>
              <a:rPr b="1" lang="en-US" sz="28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Area Method: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b="1" sz="2800" u="sng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Use the estimated 12 CHB/sq. m area.</a:t>
            </a:r>
            <a:endParaRPr/>
          </a:p>
          <a:p>
            <a:pPr indent="-3365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Get the area of the fence.</a:t>
            </a:r>
            <a:endParaRPr/>
          </a:p>
          <a:p>
            <a:pPr indent="-336550" lvl="0" marL="51435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Trebuchet MS"/>
              <a:buNone/>
            </a:pPr>
            <a:r>
              <a:t/>
            </a:r>
            <a:endParaRPr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-514350" lvl="0" marL="514350" marR="0" rtl="0" algn="l">
              <a:spcBef>
                <a:spcPts val="0"/>
              </a:spcBef>
              <a:spcAft>
                <a:spcPts val="0"/>
              </a:spcAft>
              <a:buClr>
                <a:srgbClr val="536142"/>
              </a:buClr>
              <a:buSzPts val="2800"/>
              <a:buFont typeface="Trebuchet MS"/>
              <a:buAutoNum type="arabicPeriod"/>
            </a:pPr>
            <a:r>
              <a:rPr lang="en-US" sz="28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Multiply the result of step 1 by step 2.</a:t>
            </a:r>
            <a:endParaRPr/>
          </a:p>
          <a:p>
            <a:pPr indent="-2794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</a:pPr>
            <a:r>
              <a:t/>
            </a:r>
            <a:endParaRPr b="1" sz="2800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34" name="Google Shape;334;p24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35" name="Google Shape;335;p24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5"/>
          <p:cNvSpPr txBox="1"/>
          <p:nvPr>
            <p:ph type="ctrTitle"/>
          </p:nvPr>
        </p:nvSpPr>
        <p:spPr>
          <a:xfrm>
            <a:off x="854242" y="1010506"/>
            <a:ext cx="9156031" cy="48369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E18E2E"/>
              </a:buClr>
              <a:buSzPts val="5400"/>
              <a:buFont typeface="Trebuchet MS"/>
              <a:buNone/>
            </a:pPr>
            <a:r>
              <a:rPr b="1" lang="en-US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  <a:t>THANK YOU!!!</a:t>
            </a:r>
            <a:br>
              <a:rPr b="1" lang="en-US">
                <a:solidFill>
                  <a:srgbClr val="E18E2E"/>
                </a:solidFill>
                <a:latin typeface="Trebuchet MS"/>
                <a:ea typeface="Trebuchet MS"/>
                <a:cs typeface="Trebuchet MS"/>
                <a:sym typeface="Trebuchet MS"/>
              </a:rPr>
            </a:br>
            <a:r>
              <a:rPr b="1" lang="en-US" sz="4000" u="sng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Proverbs 3:5-6</a:t>
            </a:r>
            <a:br>
              <a:rPr b="1" lang="en-US" sz="40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</a:br>
            <a:r>
              <a:rPr b="1" lang="en-US" sz="4000">
                <a:solidFill>
                  <a:srgbClr val="536142"/>
                </a:solidFill>
                <a:latin typeface="Trebuchet MS"/>
                <a:ea typeface="Trebuchet MS"/>
                <a:cs typeface="Trebuchet MS"/>
                <a:sym typeface="Trebuchet MS"/>
              </a:rPr>
              <a:t>“Trust in the Lord with all your heart and lean not on your own understanding; in all your ways submit to Him, and He will make your paths straight”</a:t>
            </a:r>
            <a:endParaRPr b="1">
              <a:solidFill>
                <a:srgbClr val="536142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1" name="Google Shape;341;p25"/>
          <p:cNvSpPr txBox="1"/>
          <p:nvPr>
            <p:ph idx="11" type="ftr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Engr. Melanie D. Piedad, ABELE 2022 Topnotcher</a:t>
            </a:r>
            <a:endParaRPr/>
          </a:p>
        </p:txBody>
      </p:sp>
      <p:sp>
        <p:nvSpPr>
          <p:cNvPr id="342" name="Google Shape;342;p25"/>
          <p:cNvSpPr txBox="1"/>
          <p:nvPr>
            <p:ph idx="12" type="sldNum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acet">
  <a:themeElements>
    <a:clrScheme name="Paper">
      <a:dk1>
        <a:srgbClr val="000000"/>
      </a:dk1>
      <a:lt1>
        <a:srgbClr val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2024-07-11T10:28:40Z</dcterms:created>
  <dc:creator>Microsoft Office User</dc:creator>
</cp:coreProperties>
</file>