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Lst>
  <p:sldSz cy="6858000" cx="12192000"/>
  <p:notesSz cx="6858000" cy="9144000"/>
  <p:embeddedFontLst>
    <p:embeddedFont>
      <p:font typeface="Tahoma"/>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8" roundtripDataSignature="AMtx7mgIRrAZnHMbzi4vcFr8zosh8jKOg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font" Target="fonts/Tahoma-regular.fntdata"/><Relationship Id="rId25" Type="http://schemas.openxmlformats.org/officeDocument/2006/relationships/slide" Target="slides/slide21.xml"/><Relationship Id="rId28" Type="http://customschemas.google.com/relationships/presentationmetadata" Target="metadata"/><Relationship Id="rId27" Type="http://schemas.openxmlformats.org/officeDocument/2006/relationships/font" Target="fonts/Tahoma-bold.fntdata"/><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5" name="Google Shape;145;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2" name="Google Shape;15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1" name="Google Shape;16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1" name="Google Shape;18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0" name="Google Shape;190;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9" name="Google Shape;19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9" name="Google Shape;209;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9" name="Google Shape;219;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8" name="Google Shape;22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8" name="Google Shape;23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7" name="Google Shape;24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6" name="Google Shape;25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5" name="Google Shape;26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4" name="Google Shape;27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3" name="Google Shape;283;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2" name="Google Shape;29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1" name="Google Shape;301;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1" name="Google Shape;31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2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0" name="Google Shape;320;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2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9" name="Google Shape;32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26" name="Shape 26"/>
        <p:cNvGrpSpPr/>
        <p:nvPr/>
      </p:nvGrpSpPr>
      <p:grpSpPr>
        <a:xfrm>
          <a:off x="0" y="0"/>
          <a:ext cx="0" cy="0"/>
          <a:chOff x="0" y="0"/>
          <a:chExt cx="0" cy="0"/>
        </a:xfrm>
      </p:grpSpPr>
      <p:grpSp>
        <p:nvGrpSpPr>
          <p:cNvPr id="27" name="Google Shape;27;p23"/>
          <p:cNvGrpSpPr/>
          <p:nvPr/>
        </p:nvGrpSpPr>
        <p:grpSpPr>
          <a:xfrm>
            <a:off x="0" y="-8467"/>
            <a:ext cx="12192000" cy="6866467"/>
            <a:chOff x="0" y="-8467"/>
            <a:chExt cx="12192000" cy="6866467"/>
          </a:xfrm>
        </p:grpSpPr>
        <p:cxnSp>
          <p:nvCxnSpPr>
            <p:cNvPr id="28" name="Google Shape;28;p23"/>
            <p:cNvCxnSpPr/>
            <p:nvPr/>
          </p:nvCxnSpPr>
          <p:spPr>
            <a:xfrm>
              <a:off x="9371012" y="0"/>
              <a:ext cx="1219200" cy="6858000"/>
            </a:xfrm>
            <a:prstGeom prst="straightConnector1">
              <a:avLst/>
            </a:prstGeom>
            <a:noFill/>
            <a:ln cap="flat" cmpd="sng" w="9525">
              <a:solidFill>
                <a:srgbClr val="BFBFBF"/>
              </a:solidFill>
              <a:prstDash val="solid"/>
              <a:round/>
              <a:headEnd len="sm" w="sm" type="none"/>
              <a:tailEnd len="sm" w="sm" type="none"/>
            </a:ln>
          </p:spPr>
        </p:cxnSp>
        <p:cxnSp>
          <p:nvCxnSpPr>
            <p:cNvPr id="29" name="Google Shape;29;p23"/>
            <p:cNvCxnSpPr/>
            <p:nvPr/>
          </p:nvCxnSpPr>
          <p:spPr>
            <a:xfrm flipH="1">
              <a:off x="7425267" y="3681413"/>
              <a:ext cx="4763558" cy="3176587"/>
            </a:xfrm>
            <a:prstGeom prst="straightConnector1">
              <a:avLst/>
            </a:prstGeom>
            <a:noFill/>
            <a:ln cap="flat" cmpd="sng" w="9525">
              <a:solidFill>
                <a:srgbClr val="D8D8D8"/>
              </a:solidFill>
              <a:prstDash val="solid"/>
              <a:round/>
              <a:headEnd len="sm" w="sm" type="none"/>
              <a:tailEnd len="sm" w="sm" type="none"/>
            </a:ln>
          </p:spPr>
        </p:cxnSp>
        <p:sp>
          <p:nvSpPr>
            <p:cNvPr id="30" name="Google Shape;30;p23"/>
            <p:cNvSpPr/>
            <p:nvPr/>
          </p:nvSpPr>
          <p:spPr>
            <a:xfrm>
              <a:off x="9181476" y="-8467"/>
              <a:ext cx="3007349" cy="6866467"/>
            </a:xfrm>
            <a:custGeom>
              <a:rect b="b" l="l" r="r" t="t"/>
              <a:pathLst>
                <a:path extrusionOk="0" h="6866467" w="3007349">
                  <a:moveTo>
                    <a:pt x="2045532" y="0"/>
                  </a:moveTo>
                  <a:lnTo>
                    <a:pt x="3007349" y="0"/>
                  </a:lnTo>
                  <a:lnTo>
                    <a:pt x="3007349" y="6866467"/>
                  </a:lnTo>
                  <a:lnTo>
                    <a:pt x="0" y="6866467"/>
                  </a:lnTo>
                  <a:lnTo>
                    <a:pt x="2045532" y="0"/>
                  </a:lnTo>
                  <a:close/>
                </a:path>
              </a:pathLst>
            </a:custGeom>
            <a:solidFill>
              <a:schemeClr val="accent1">
                <a:alpha val="29803"/>
              </a:schemeClr>
            </a:solidFill>
            <a:ln>
              <a:noFill/>
            </a:ln>
          </p:spPr>
        </p:sp>
        <p:sp>
          <p:nvSpPr>
            <p:cNvPr id="31" name="Google Shape;31;p23"/>
            <p:cNvSpPr/>
            <p:nvPr/>
          </p:nvSpPr>
          <p:spPr>
            <a:xfrm>
              <a:off x="9603442" y="-8467"/>
              <a:ext cx="2588558" cy="6866467"/>
            </a:xfrm>
            <a:custGeom>
              <a:rect b="b" l="l" r="r" t="t"/>
              <a:pathLst>
                <a:path extrusionOk="0"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p:spPr>
        </p:sp>
        <p:sp>
          <p:nvSpPr>
            <p:cNvPr id="32" name="Google Shape;32;p23"/>
            <p:cNvSpPr/>
            <p:nvPr/>
          </p:nvSpPr>
          <p:spPr>
            <a:xfrm>
              <a:off x="8932333" y="3048000"/>
              <a:ext cx="3259667" cy="3810000"/>
            </a:xfrm>
            <a:prstGeom prst="triangle">
              <a:avLst>
                <a:gd fmla="val 100000" name="adj"/>
              </a:avLst>
            </a:prstGeom>
            <a:solidFill>
              <a:schemeClr val="accent2">
                <a:alpha val="71764"/>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23"/>
            <p:cNvSpPr/>
            <p:nvPr/>
          </p:nvSpPr>
          <p:spPr>
            <a:xfrm>
              <a:off x="9334500" y="-8467"/>
              <a:ext cx="2854326" cy="6866467"/>
            </a:xfrm>
            <a:custGeom>
              <a:rect b="b" l="l" r="r" t="t"/>
              <a:pathLst>
                <a:path extrusionOk="0" h="6866467" w="2858013">
                  <a:moveTo>
                    <a:pt x="0" y="0"/>
                  </a:moveTo>
                  <a:lnTo>
                    <a:pt x="2858013" y="0"/>
                  </a:lnTo>
                  <a:lnTo>
                    <a:pt x="2858013" y="6866467"/>
                  </a:lnTo>
                  <a:lnTo>
                    <a:pt x="2473942" y="6866467"/>
                  </a:lnTo>
                  <a:lnTo>
                    <a:pt x="0" y="0"/>
                  </a:lnTo>
                  <a:close/>
                </a:path>
              </a:pathLst>
            </a:custGeom>
            <a:solidFill>
              <a:srgbClr val="DD7E0E">
                <a:alpha val="69803"/>
              </a:srgbClr>
            </a:solidFill>
            <a:ln>
              <a:noFill/>
            </a:ln>
          </p:spPr>
        </p:sp>
        <p:sp>
          <p:nvSpPr>
            <p:cNvPr id="34" name="Google Shape;34;p23"/>
            <p:cNvSpPr/>
            <p:nvPr/>
          </p:nvSpPr>
          <p:spPr>
            <a:xfrm>
              <a:off x="10898730" y="-8467"/>
              <a:ext cx="1290094" cy="6866467"/>
            </a:xfrm>
            <a:custGeom>
              <a:rect b="b" l="l" r="r" t="t"/>
              <a:pathLst>
                <a:path extrusionOk="0" h="6858000" w="1290094">
                  <a:moveTo>
                    <a:pt x="1019735" y="0"/>
                  </a:moveTo>
                  <a:lnTo>
                    <a:pt x="1290094" y="0"/>
                  </a:lnTo>
                  <a:lnTo>
                    <a:pt x="1290094" y="6858000"/>
                  </a:lnTo>
                  <a:lnTo>
                    <a:pt x="0" y="6858000"/>
                  </a:lnTo>
                  <a:lnTo>
                    <a:pt x="1019735" y="0"/>
                  </a:lnTo>
                  <a:close/>
                </a:path>
              </a:pathLst>
            </a:custGeom>
            <a:solidFill>
              <a:srgbClr val="C8D2BC">
                <a:alpha val="69803"/>
              </a:srgbClr>
            </a:solidFill>
            <a:ln>
              <a:noFill/>
            </a:ln>
          </p:spPr>
        </p:sp>
        <p:sp>
          <p:nvSpPr>
            <p:cNvPr id="35" name="Google Shape;35;p23"/>
            <p:cNvSpPr/>
            <p:nvPr/>
          </p:nvSpPr>
          <p:spPr>
            <a:xfrm>
              <a:off x="10938999" y="-8467"/>
              <a:ext cx="1249825" cy="6866467"/>
            </a:xfrm>
            <a:custGeom>
              <a:rect b="b" l="l" r="r" t="t"/>
              <a:pathLst>
                <a:path extrusionOk="0" h="6858000" w="1249825">
                  <a:moveTo>
                    <a:pt x="0" y="0"/>
                  </a:moveTo>
                  <a:lnTo>
                    <a:pt x="1249825" y="0"/>
                  </a:lnTo>
                  <a:lnTo>
                    <a:pt x="1249825" y="6858000"/>
                  </a:lnTo>
                  <a:lnTo>
                    <a:pt x="1109382" y="6858000"/>
                  </a:lnTo>
                  <a:lnTo>
                    <a:pt x="0" y="0"/>
                  </a:lnTo>
                  <a:close/>
                </a:path>
              </a:pathLst>
            </a:custGeom>
            <a:solidFill>
              <a:schemeClr val="accent1">
                <a:alpha val="64705"/>
              </a:schemeClr>
            </a:solidFill>
            <a:ln>
              <a:noFill/>
            </a:ln>
          </p:spPr>
        </p:sp>
        <p:sp>
          <p:nvSpPr>
            <p:cNvPr id="36" name="Google Shape;36;p23"/>
            <p:cNvSpPr/>
            <p:nvPr/>
          </p:nvSpPr>
          <p:spPr>
            <a:xfrm>
              <a:off x="10371666" y="3589867"/>
              <a:ext cx="1817159" cy="3268133"/>
            </a:xfrm>
            <a:prstGeom prst="triangle">
              <a:avLst>
                <a:gd fmla="val 100000" name="adj"/>
              </a:avLst>
            </a:prstGeom>
            <a:solidFill>
              <a:schemeClr val="accent1">
                <a:alpha val="800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23"/>
            <p:cNvSpPr/>
            <p:nvPr/>
          </p:nvSpPr>
          <p:spPr>
            <a:xfrm rot="10800000">
              <a:off x="0" y="0"/>
              <a:ext cx="842596" cy="5666154"/>
            </a:xfrm>
            <a:prstGeom prst="triangle">
              <a:avLst>
                <a:gd fmla="val 100000" name="adj"/>
              </a:avLst>
            </a:prstGeom>
            <a:solidFill>
              <a:schemeClr val="accent1">
                <a:alpha val="84705"/>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8" name="Google Shape;38;p23"/>
          <p:cNvSpPr txBox="1"/>
          <p:nvPr>
            <p:ph type="ctrTitle"/>
          </p:nvPr>
        </p:nvSpPr>
        <p:spPr>
          <a:xfrm>
            <a:off x="1507067" y="2404534"/>
            <a:ext cx="7766936" cy="1646302"/>
          </a:xfrm>
          <a:prstGeom prst="rect">
            <a:avLst/>
          </a:prstGeom>
          <a:noFill/>
          <a:ln>
            <a:noFill/>
          </a:ln>
        </p:spPr>
        <p:txBody>
          <a:bodyPr anchorCtr="0" anchor="b" bIns="45700" lIns="91425" spcFirstLastPara="1" rIns="91425" wrap="square" tIns="45700">
            <a:noAutofit/>
          </a:bodyPr>
          <a:lstStyle>
            <a:lvl1pPr lvl="0" algn="r">
              <a:spcBef>
                <a:spcPts val="0"/>
              </a:spcBef>
              <a:spcAft>
                <a:spcPts val="0"/>
              </a:spcAft>
              <a:buClr>
                <a:schemeClr val="accent1"/>
              </a:buClr>
              <a:buSzPts val="5400"/>
              <a:buFont typeface="Trebuchet MS"/>
              <a:buNone/>
              <a:defRPr sz="5400">
                <a:solidFill>
                  <a:schemeClr val="accen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23"/>
          <p:cNvSpPr txBox="1"/>
          <p:nvPr>
            <p:ph idx="1" type="subTitle"/>
          </p:nvPr>
        </p:nvSpPr>
        <p:spPr>
          <a:xfrm>
            <a:off x="1507067" y="4050833"/>
            <a:ext cx="7766936" cy="1096899"/>
          </a:xfrm>
          <a:prstGeom prst="rect">
            <a:avLst/>
          </a:prstGeom>
          <a:noFill/>
          <a:ln>
            <a:noFill/>
          </a:ln>
        </p:spPr>
        <p:txBody>
          <a:bodyPr anchorCtr="0" anchor="t" bIns="45700" lIns="91425" spcFirstLastPara="1" rIns="91425" wrap="square" tIns="45700">
            <a:normAutofit/>
          </a:bodyPr>
          <a:lstStyle>
            <a:lvl1pPr lvl="0" algn="r">
              <a:spcBef>
                <a:spcPts val="1000"/>
              </a:spcBef>
              <a:spcAft>
                <a:spcPts val="0"/>
              </a:spcAft>
              <a:buSzPts val="1440"/>
              <a:buNone/>
              <a:defRPr>
                <a:solidFill>
                  <a:srgbClr val="7F7F7F"/>
                </a:solidFill>
              </a:defRPr>
            </a:lvl1pPr>
            <a:lvl2pPr lvl="1" algn="ctr">
              <a:spcBef>
                <a:spcPts val="1000"/>
              </a:spcBef>
              <a:spcAft>
                <a:spcPts val="0"/>
              </a:spcAft>
              <a:buSzPts val="1280"/>
              <a:buNone/>
              <a:defRPr>
                <a:solidFill>
                  <a:srgbClr val="888888"/>
                </a:solidFill>
              </a:defRPr>
            </a:lvl2pPr>
            <a:lvl3pPr lvl="2" algn="ctr">
              <a:spcBef>
                <a:spcPts val="1000"/>
              </a:spcBef>
              <a:spcAft>
                <a:spcPts val="0"/>
              </a:spcAft>
              <a:buSzPts val="1120"/>
              <a:buNone/>
              <a:defRPr>
                <a:solidFill>
                  <a:srgbClr val="888888"/>
                </a:solidFill>
              </a:defRPr>
            </a:lvl3pPr>
            <a:lvl4pPr lvl="3" algn="ctr">
              <a:spcBef>
                <a:spcPts val="1000"/>
              </a:spcBef>
              <a:spcAft>
                <a:spcPts val="0"/>
              </a:spcAft>
              <a:buSzPts val="960"/>
              <a:buNone/>
              <a:defRPr>
                <a:solidFill>
                  <a:srgbClr val="888888"/>
                </a:solidFill>
              </a:defRPr>
            </a:lvl4pPr>
            <a:lvl5pPr lvl="4" algn="ctr">
              <a:spcBef>
                <a:spcPts val="1000"/>
              </a:spcBef>
              <a:spcAft>
                <a:spcPts val="0"/>
              </a:spcAft>
              <a:buSzPts val="960"/>
              <a:buNone/>
              <a:defRPr>
                <a:solidFill>
                  <a:srgbClr val="888888"/>
                </a:solidFill>
              </a:defRPr>
            </a:lvl5pPr>
            <a:lvl6pPr lvl="5" algn="ctr">
              <a:spcBef>
                <a:spcPts val="1000"/>
              </a:spcBef>
              <a:spcAft>
                <a:spcPts val="0"/>
              </a:spcAft>
              <a:buSzPts val="960"/>
              <a:buNone/>
              <a:defRPr>
                <a:solidFill>
                  <a:srgbClr val="888888"/>
                </a:solidFill>
              </a:defRPr>
            </a:lvl6pPr>
            <a:lvl7pPr lvl="6" algn="ctr">
              <a:spcBef>
                <a:spcPts val="1000"/>
              </a:spcBef>
              <a:spcAft>
                <a:spcPts val="0"/>
              </a:spcAft>
              <a:buSzPts val="960"/>
              <a:buNone/>
              <a:defRPr>
                <a:solidFill>
                  <a:srgbClr val="888888"/>
                </a:solidFill>
              </a:defRPr>
            </a:lvl7pPr>
            <a:lvl8pPr lvl="7" algn="ctr">
              <a:spcBef>
                <a:spcPts val="1000"/>
              </a:spcBef>
              <a:spcAft>
                <a:spcPts val="0"/>
              </a:spcAft>
              <a:buSzPts val="960"/>
              <a:buNone/>
              <a:defRPr>
                <a:solidFill>
                  <a:srgbClr val="888888"/>
                </a:solidFill>
              </a:defRPr>
            </a:lvl8pPr>
            <a:lvl9pPr lvl="8" algn="ctr">
              <a:spcBef>
                <a:spcPts val="1000"/>
              </a:spcBef>
              <a:spcAft>
                <a:spcPts val="0"/>
              </a:spcAft>
              <a:buSzPts val="960"/>
              <a:buNone/>
              <a:defRPr>
                <a:solidFill>
                  <a:srgbClr val="888888"/>
                </a:solidFill>
              </a:defRPr>
            </a:lvl9pPr>
          </a:lstStyle>
          <a:p/>
        </p:txBody>
      </p:sp>
      <p:sp>
        <p:nvSpPr>
          <p:cNvPr id="40" name="Google Shape;40;p23"/>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1" name="Google Shape;41;p23"/>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2" name="Google Shape;42;p23"/>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43" name="Shape 43"/>
        <p:cNvGrpSpPr/>
        <p:nvPr/>
      </p:nvGrpSpPr>
      <p:grpSpPr>
        <a:xfrm>
          <a:off x="0" y="0"/>
          <a:ext cx="0" cy="0"/>
          <a:chOff x="0" y="0"/>
          <a:chExt cx="0" cy="0"/>
        </a:xfrm>
      </p:grpSpPr>
      <p:sp>
        <p:nvSpPr>
          <p:cNvPr id="44" name="Google Shape;44;p24"/>
          <p:cNvSpPr txBox="1"/>
          <p:nvPr>
            <p:ph type="title"/>
          </p:nvPr>
        </p:nvSpPr>
        <p:spPr>
          <a:xfrm>
            <a:off x="677334" y="609600"/>
            <a:ext cx="8596668" cy="1320800"/>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accent1"/>
              </a:buClr>
              <a:buSzPts val="3600"/>
              <a:buFont typeface="Trebuchet MS"/>
              <a:buNone/>
              <a:defRPr sz="36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5" name="Google Shape;45;p24"/>
          <p:cNvSpPr txBox="1"/>
          <p:nvPr>
            <p:ph idx="1" type="body"/>
          </p:nvPr>
        </p:nvSpPr>
        <p:spPr>
          <a:xfrm>
            <a:off x="677334" y="2160589"/>
            <a:ext cx="8596668" cy="3880773"/>
          </a:xfrm>
          <a:prstGeom prst="rect">
            <a:avLst/>
          </a:prstGeom>
          <a:noFill/>
          <a:ln>
            <a:noFill/>
          </a:ln>
        </p:spPr>
        <p:txBody>
          <a:bodyPr anchorCtr="0" anchor="t" bIns="45700" lIns="91425" spcFirstLastPara="1" rIns="91425" wrap="square" tIns="45700">
            <a:normAutofit/>
          </a:bodyPr>
          <a:lstStyle>
            <a:lvl1pPr indent="-320040" lvl="0" marL="457200" algn="l">
              <a:spcBef>
                <a:spcPts val="1000"/>
              </a:spcBef>
              <a:spcAft>
                <a:spcPts val="0"/>
              </a:spcAft>
              <a:buSzPts val="1440"/>
              <a:buChar char="►"/>
              <a:defRPr/>
            </a:lvl1pPr>
            <a:lvl2pPr indent="-320040" lvl="1" marL="914400" algn="l">
              <a:spcBef>
                <a:spcPts val="1000"/>
              </a:spcBef>
              <a:spcAft>
                <a:spcPts val="0"/>
              </a:spcAft>
              <a:buSzPts val="1440"/>
              <a:buChar char="►"/>
              <a:defRPr/>
            </a:lvl2pPr>
            <a:lvl3pPr indent="-320039" lvl="2" marL="1371600" algn="l">
              <a:spcBef>
                <a:spcPts val="1000"/>
              </a:spcBef>
              <a:spcAft>
                <a:spcPts val="0"/>
              </a:spcAft>
              <a:buSzPts val="1440"/>
              <a:buChar char="►"/>
              <a:defRPr/>
            </a:lvl3pPr>
            <a:lvl4pPr indent="-320039" lvl="3" marL="1828800" algn="l">
              <a:spcBef>
                <a:spcPts val="1000"/>
              </a:spcBef>
              <a:spcAft>
                <a:spcPts val="0"/>
              </a:spcAft>
              <a:buSzPts val="1440"/>
              <a:buChar char="►"/>
              <a:defRPr/>
            </a:lvl4pPr>
            <a:lvl5pPr indent="-320039" lvl="4" marL="2286000" algn="l">
              <a:spcBef>
                <a:spcPts val="1000"/>
              </a:spcBef>
              <a:spcAft>
                <a:spcPts val="0"/>
              </a:spcAft>
              <a:buSzPts val="1440"/>
              <a:buChar char="►"/>
              <a:defRPr/>
            </a:lvl5pPr>
            <a:lvl6pPr indent="-320039" lvl="5" marL="2743200" algn="l">
              <a:spcBef>
                <a:spcPts val="1000"/>
              </a:spcBef>
              <a:spcAft>
                <a:spcPts val="0"/>
              </a:spcAft>
              <a:buSzPts val="1440"/>
              <a:buChar char="►"/>
              <a:defRPr/>
            </a:lvl6pPr>
            <a:lvl7pPr indent="-320039"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46" name="Google Shape;46;p24"/>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24"/>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24"/>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49" name="Shape 49"/>
        <p:cNvGrpSpPr/>
        <p:nvPr/>
      </p:nvGrpSpPr>
      <p:grpSpPr>
        <a:xfrm>
          <a:off x="0" y="0"/>
          <a:ext cx="0" cy="0"/>
          <a:chOff x="0" y="0"/>
          <a:chExt cx="0" cy="0"/>
        </a:xfrm>
      </p:grpSpPr>
      <p:sp>
        <p:nvSpPr>
          <p:cNvPr id="50" name="Google Shape;50;p25"/>
          <p:cNvSpPr txBox="1"/>
          <p:nvPr>
            <p:ph type="title"/>
          </p:nvPr>
        </p:nvSpPr>
        <p:spPr>
          <a:xfrm>
            <a:off x="677335" y="2700867"/>
            <a:ext cx="8596668" cy="1826581"/>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accent1"/>
              </a:buClr>
              <a:buSzPts val="4000"/>
              <a:buFont typeface="Trebuchet MS"/>
              <a:buNone/>
              <a:defRPr b="0" sz="40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1" name="Google Shape;51;p25"/>
          <p:cNvSpPr txBox="1"/>
          <p:nvPr>
            <p:ph idx="1" type="body"/>
          </p:nvPr>
        </p:nvSpPr>
        <p:spPr>
          <a:xfrm>
            <a:off x="677335" y="4527448"/>
            <a:ext cx="8596668" cy="860400"/>
          </a:xfrm>
          <a:prstGeom prst="rect">
            <a:avLst/>
          </a:prstGeom>
          <a:noFill/>
          <a:ln>
            <a:noFill/>
          </a:ln>
        </p:spPr>
        <p:txBody>
          <a:bodyPr anchorCtr="0" anchor="t" bIns="45700" lIns="91425" spcFirstLastPara="1" rIns="91425" wrap="square" tIns="45700">
            <a:normAutofit/>
          </a:bodyPr>
          <a:lstStyle>
            <a:lvl1pPr indent="-228600" lvl="0" marL="457200" algn="l">
              <a:spcBef>
                <a:spcPts val="1000"/>
              </a:spcBef>
              <a:spcAft>
                <a:spcPts val="0"/>
              </a:spcAft>
              <a:buSzPts val="1600"/>
              <a:buNone/>
              <a:defRPr sz="2000">
                <a:solidFill>
                  <a:srgbClr val="7F7F7F"/>
                </a:solidFill>
              </a:defRPr>
            </a:lvl1pPr>
            <a:lvl2pPr indent="-228600" lvl="1" marL="914400" algn="l">
              <a:spcBef>
                <a:spcPts val="1000"/>
              </a:spcBef>
              <a:spcAft>
                <a:spcPts val="0"/>
              </a:spcAft>
              <a:buSzPts val="1440"/>
              <a:buNone/>
              <a:defRPr sz="1800">
                <a:solidFill>
                  <a:srgbClr val="888888"/>
                </a:solidFill>
              </a:defRPr>
            </a:lvl2pPr>
            <a:lvl3pPr indent="-228600" lvl="2" marL="1371600" algn="l">
              <a:spcBef>
                <a:spcPts val="1000"/>
              </a:spcBef>
              <a:spcAft>
                <a:spcPts val="0"/>
              </a:spcAft>
              <a:buSzPts val="1280"/>
              <a:buNone/>
              <a:defRPr sz="1600">
                <a:solidFill>
                  <a:srgbClr val="888888"/>
                </a:solidFill>
              </a:defRPr>
            </a:lvl3pPr>
            <a:lvl4pPr indent="-228600" lvl="3" marL="1828800" algn="l">
              <a:spcBef>
                <a:spcPts val="1000"/>
              </a:spcBef>
              <a:spcAft>
                <a:spcPts val="0"/>
              </a:spcAft>
              <a:buSzPts val="1120"/>
              <a:buNone/>
              <a:defRPr sz="1400">
                <a:solidFill>
                  <a:srgbClr val="888888"/>
                </a:solidFill>
              </a:defRPr>
            </a:lvl4pPr>
            <a:lvl5pPr indent="-228600" lvl="4" marL="2286000" algn="l">
              <a:spcBef>
                <a:spcPts val="1000"/>
              </a:spcBef>
              <a:spcAft>
                <a:spcPts val="0"/>
              </a:spcAft>
              <a:buSzPts val="1120"/>
              <a:buNone/>
              <a:defRPr sz="1400">
                <a:solidFill>
                  <a:srgbClr val="888888"/>
                </a:solidFill>
              </a:defRPr>
            </a:lvl5pPr>
            <a:lvl6pPr indent="-228600" lvl="5" marL="2743200" algn="l">
              <a:spcBef>
                <a:spcPts val="1000"/>
              </a:spcBef>
              <a:spcAft>
                <a:spcPts val="0"/>
              </a:spcAft>
              <a:buSzPts val="1120"/>
              <a:buNone/>
              <a:defRPr sz="1400">
                <a:solidFill>
                  <a:srgbClr val="888888"/>
                </a:solidFill>
              </a:defRPr>
            </a:lvl6pPr>
            <a:lvl7pPr indent="-228600" lvl="6" marL="3200400" algn="l">
              <a:spcBef>
                <a:spcPts val="1000"/>
              </a:spcBef>
              <a:spcAft>
                <a:spcPts val="0"/>
              </a:spcAft>
              <a:buSzPts val="1120"/>
              <a:buNone/>
              <a:defRPr sz="1400">
                <a:solidFill>
                  <a:srgbClr val="888888"/>
                </a:solidFill>
              </a:defRPr>
            </a:lvl7pPr>
            <a:lvl8pPr indent="-228600" lvl="7" marL="3657600" algn="l">
              <a:spcBef>
                <a:spcPts val="1000"/>
              </a:spcBef>
              <a:spcAft>
                <a:spcPts val="0"/>
              </a:spcAft>
              <a:buSzPts val="1120"/>
              <a:buNone/>
              <a:defRPr sz="1400">
                <a:solidFill>
                  <a:srgbClr val="888888"/>
                </a:solidFill>
              </a:defRPr>
            </a:lvl8pPr>
            <a:lvl9pPr indent="-228600" lvl="8" marL="4114800" algn="l">
              <a:spcBef>
                <a:spcPts val="1000"/>
              </a:spcBef>
              <a:spcAft>
                <a:spcPts val="0"/>
              </a:spcAft>
              <a:buSzPts val="1120"/>
              <a:buNone/>
              <a:defRPr sz="1400">
                <a:solidFill>
                  <a:srgbClr val="888888"/>
                </a:solidFill>
              </a:defRPr>
            </a:lvl9pPr>
          </a:lstStyle>
          <a:p/>
        </p:txBody>
      </p:sp>
      <p:sp>
        <p:nvSpPr>
          <p:cNvPr id="52" name="Google Shape;52;p25"/>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5"/>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25"/>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55" name="Shape 55"/>
        <p:cNvGrpSpPr/>
        <p:nvPr/>
      </p:nvGrpSpPr>
      <p:grpSpPr>
        <a:xfrm>
          <a:off x="0" y="0"/>
          <a:ext cx="0" cy="0"/>
          <a:chOff x="0" y="0"/>
          <a:chExt cx="0" cy="0"/>
        </a:xfrm>
      </p:grpSpPr>
      <p:sp>
        <p:nvSpPr>
          <p:cNvPr id="56" name="Google Shape;56;p26"/>
          <p:cNvSpPr txBox="1"/>
          <p:nvPr>
            <p:ph type="title"/>
          </p:nvPr>
        </p:nvSpPr>
        <p:spPr>
          <a:xfrm>
            <a:off x="677334" y="609600"/>
            <a:ext cx="8596668" cy="1320800"/>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accen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26"/>
          <p:cNvSpPr txBox="1"/>
          <p:nvPr>
            <p:ph idx="1" type="body"/>
          </p:nvPr>
        </p:nvSpPr>
        <p:spPr>
          <a:xfrm>
            <a:off x="677334" y="2160589"/>
            <a:ext cx="4184035" cy="3880772"/>
          </a:xfrm>
          <a:prstGeom prst="rect">
            <a:avLst/>
          </a:prstGeom>
          <a:noFill/>
          <a:ln>
            <a:noFill/>
          </a:ln>
        </p:spPr>
        <p:txBody>
          <a:bodyPr anchorCtr="0" anchor="t" bIns="45700" lIns="91425" spcFirstLastPara="1" rIns="91425" wrap="square" tIns="45700">
            <a:normAutofit/>
          </a:bodyPr>
          <a:lstStyle>
            <a:lvl1pPr indent="-320040" lvl="0" marL="457200" algn="l">
              <a:spcBef>
                <a:spcPts val="1000"/>
              </a:spcBef>
              <a:spcAft>
                <a:spcPts val="0"/>
              </a:spcAft>
              <a:buSzPts val="1440"/>
              <a:buChar char="►"/>
              <a:defRPr/>
            </a:lvl1pPr>
            <a:lvl2pPr indent="-320040" lvl="1" marL="914400" algn="l">
              <a:spcBef>
                <a:spcPts val="1000"/>
              </a:spcBef>
              <a:spcAft>
                <a:spcPts val="0"/>
              </a:spcAft>
              <a:buSzPts val="1440"/>
              <a:buChar char="►"/>
              <a:defRPr/>
            </a:lvl2pPr>
            <a:lvl3pPr indent="-320039" lvl="2" marL="1371600" algn="l">
              <a:spcBef>
                <a:spcPts val="1000"/>
              </a:spcBef>
              <a:spcAft>
                <a:spcPts val="0"/>
              </a:spcAft>
              <a:buSzPts val="1440"/>
              <a:buChar char="►"/>
              <a:defRPr/>
            </a:lvl3pPr>
            <a:lvl4pPr indent="-320039" lvl="3" marL="1828800" algn="l">
              <a:spcBef>
                <a:spcPts val="1000"/>
              </a:spcBef>
              <a:spcAft>
                <a:spcPts val="0"/>
              </a:spcAft>
              <a:buSzPts val="1440"/>
              <a:buChar char="►"/>
              <a:defRPr/>
            </a:lvl4pPr>
            <a:lvl5pPr indent="-320039" lvl="4" marL="2286000" algn="l">
              <a:spcBef>
                <a:spcPts val="1000"/>
              </a:spcBef>
              <a:spcAft>
                <a:spcPts val="0"/>
              </a:spcAft>
              <a:buSzPts val="1440"/>
              <a:buChar char="►"/>
              <a:defRPr/>
            </a:lvl5pPr>
            <a:lvl6pPr indent="-320039" lvl="5" marL="2743200" algn="l">
              <a:spcBef>
                <a:spcPts val="1000"/>
              </a:spcBef>
              <a:spcAft>
                <a:spcPts val="0"/>
              </a:spcAft>
              <a:buSzPts val="1440"/>
              <a:buChar char="►"/>
              <a:defRPr/>
            </a:lvl6pPr>
            <a:lvl7pPr indent="-320039"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58" name="Google Shape;58;p26"/>
          <p:cNvSpPr txBox="1"/>
          <p:nvPr>
            <p:ph idx="2" type="body"/>
          </p:nvPr>
        </p:nvSpPr>
        <p:spPr>
          <a:xfrm>
            <a:off x="5089970" y="2160589"/>
            <a:ext cx="4184034" cy="3880773"/>
          </a:xfrm>
          <a:prstGeom prst="rect">
            <a:avLst/>
          </a:prstGeom>
          <a:noFill/>
          <a:ln>
            <a:noFill/>
          </a:ln>
        </p:spPr>
        <p:txBody>
          <a:bodyPr anchorCtr="0" anchor="t" bIns="45700" lIns="91425" spcFirstLastPara="1" rIns="91425" wrap="square" tIns="45700">
            <a:normAutofit/>
          </a:bodyPr>
          <a:lstStyle>
            <a:lvl1pPr indent="-320040" lvl="0" marL="457200" algn="l">
              <a:spcBef>
                <a:spcPts val="1000"/>
              </a:spcBef>
              <a:spcAft>
                <a:spcPts val="0"/>
              </a:spcAft>
              <a:buSzPts val="1440"/>
              <a:buChar char="►"/>
              <a:defRPr/>
            </a:lvl1pPr>
            <a:lvl2pPr indent="-320040" lvl="1" marL="914400" algn="l">
              <a:spcBef>
                <a:spcPts val="1000"/>
              </a:spcBef>
              <a:spcAft>
                <a:spcPts val="0"/>
              </a:spcAft>
              <a:buSzPts val="1440"/>
              <a:buChar char="►"/>
              <a:defRPr/>
            </a:lvl2pPr>
            <a:lvl3pPr indent="-320039" lvl="2" marL="1371600" algn="l">
              <a:spcBef>
                <a:spcPts val="1000"/>
              </a:spcBef>
              <a:spcAft>
                <a:spcPts val="0"/>
              </a:spcAft>
              <a:buSzPts val="1440"/>
              <a:buChar char="►"/>
              <a:defRPr/>
            </a:lvl3pPr>
            <a:lvl4pPr indent="-320039" lvl="3" marL="1828800" algn="l">
              <a:spcBef>
                <a:spcPts val="1000"/>
              </a:spcBef>
              <a:spcAft>
                <a:spcPts val="0"/>
              </a:spcAft>
              <a:buSzPts val="1440"/>
              <a:buChar char="►"/>
              <a:defRPr/>
            </a:lvl4pPr>
            <a:lvl5pPr indent="-320039" lvl="4" marL="2286000" algn="l">
              <a:spcBef>
                <a:spcPts val="1000"/>
              </a:spcBef>
              <a:spcAft>
                <a:spcPts val="0"/>
              </a:spcAft>
              <a:buSzPts val="1440"/>
              <a:buChar char="►"/>
              <a:defRPr/>
            </a:lvl5pPr>
            <a:lvl6pPr indent="-320039" lvl="5" marL="2743200" algn="l">
              <a:spcBef>
                <a:spcPts val="1000"/>
              </a:spcBef>
              <a:spcAft>
                <a:spcPts val="0"/>
              </a:spcAft>
              <a:buSzPts val="1440"/>
              <a:buChar char="►"/>
              <a:defRPr/>
            </a:lvl6pPr>
            <a:lvl7pPr indent="-320039"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59" name="Google Shape;59;p26"/>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6"/>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26"/>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62" name="Shape 62"/>
        <p:cNvGrpSpPr/>
        <p:nvPr/>
      </p:nvGrpSpPr>
      <p:grpSpPr>
        <a:xfrm>
          <a:off x="0" y="0"/>
          <a:ext cx="0" cy="0"/>
          <a:chOff x="0" y="0"/>
          <a:chExt cx="0" cy="0"/>
        </a:xfrm>
      </p:grpSpPr>
      <p:sp>
        <p:nvSpPr>
          <p:cNvPr id="63" name="Google Shape;63;p27"/>
          <p:cNvSpPr txBox="1"/>
          <p:nvPr>
            <p:ph type="title"/>
          </p:nvPr>
        </p:nvSpPr>
        <p:spPr>
          <a:xfrm>
            <a:off x="677334" y="609600"/>
            <a:ext cx="8596668" cy="1320800"/>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accent1"/>
              </a:buClr>
              <a:buSzPts val="3600"/>
              <a:buFont typeface="Trebuchet MS"/>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27"/>
          <p:cNvSpPr txBox="1"/>
          <p:nvPr>
            <p:ph idx="1" type="body"/>
          </p:nvPr>
        </p:nvSpPr>
        <p:spPr>
          <a:xfrm>
            <a:off x="675745" y="2160983"/>
            <a:ext cx="4185623" cy="576262"/>
          </a:xfrm>
          <a:prstGeom prst="rect">
            <a:avLst/>
          </a:prstGeom>
          <a:noFill/>
          <a:ln>
            <a:noFill/>
          </a:ln>
        </p:spPr>
        <p:txBody>
          <a:bodyPr anchorCtr="0" anchor="b" bIns="45700" lIns="91425" spcFirstLastPara="1" rIns="91425" wrap="square" tIns="45700">
            <a:noAutofit/>
          </a:bodyPr>
          <a:lstStyle>
            <a:lvl1pPr indent="-228600" lvl="0" marL="457200" algn="l">
              <a:spcBef>
                <a:spcPts val="1000"/>
              </a:spcBef>
              <a:spcAft>
                <a:spcPts val="0"/>
              </a:spcAft>
              <a:buSzPts val="1920"/>
              <a:buNone/>
              <a:defRPr b="0" sz="2400"/>
            </a:lvl1pPr>
            <a:lvl2pPr indent="-228600" lvl="1" marL="914400" algn="l">
              <a:spcBef>
                <a:spcPts val="1000"/>
              </a:spcBef>
              <a:spcAft>
                <a:spcPts val="0"/>
              </a:spcAft>
              <a:buSzPts val="1600"/>
              <a:buNone/>
              <a:defRPr b="1" sz="2000"/>
            </a:lvl2pPr>
            <a:lvl3pPr indent="-228600" lvl="2" marL="1371600" algn="l">
              <a:spcBef>
                <a:spcPts val="1000"/>
              </a:spcBef>
              <a:spcAft>
                <a:spcPts val="0"/>
              </a:spcAft>
              <a:buSzPts val="1440"/>
              <a:buNone/>
              <a:defRPr b="1" sz="1800"/>
            </a:lvl3pPr>
            <a:lvl4pPr indent="-228600" lvl="3" marL="1828800" algn="l">
              <a:spcBef>
                <a:spcPts val="1000"/>
              </a:spcBef>
              <a:spcAft>
                <a:spcPts val="0"/>
              </a:spcAft>
              <a:buSzPts val="1280"/>
              <a:buNone/>
              <a:defRPr b="1" sz="1600"/>
            </a:lvl4pPr>
            <a:lvl5pPr indent="-228600" lvl="4" marL="2286000" algn="l">
              <a:spcBef>
                <a:spcPts val="1000"/>
              </a:spcBef>
              <a:spcAft>
                <a:spcPts val="0"/>
              </a:spcAft>
              <a:buSzPts val="1280"/>
              <a:buNone/>
              <a:defRPr b="1" sz="1600"/>
            </a:lvl5pPr>
            <a:lvl6pPr indent="-228600" lvl="5" marL="2743200" algn="l">
              <a:spcBef>
                <a:spcPts val="1000"/>
              </a:spcBef>
              <a:spcAft>
                <a:spcPts val="0"/>
              </a:spcAft>
              <a:buSzPts val="1280"/>
              <a:buNone/>
              <a:defRPr b="1" sz="1600"/>
            </a:lvl6pPr>
            <a:lvl7pPr indent="-228600" lvl="6" marL="3200400" algn="l">
              <a:spcBef>
                <a:spcPts val="1000"/>
              </a:spcBef>
              <a:spcAft>
                <a:spcPts val="0"/>
              </a:spcAft>
              <a:buSzPts val="1280"/>
              <a:buNone/>
              <a:defRPr b="1" sz="1600"/>
            </a:lvl7pPr>
            <a:lvl8pPr indent="-228600" lvl="7" marL="3657600" algn="l">
              <a:spcBef>
                <a:spcPts val="1000"/>
              </a:spcBef>
              <a:spcAft>
                <a:spcPts val="0"/>
              </a:spcAft>
              <a:buSzPts val="1280"/>
              <a:buNone/>
              <a:defRPr b="1" sz="1600"/>
            </a:lvl8pPr>
            <a:lvl9pPr indent="-228600" lvl="8" marL="4114800" algn="l">
              <a:spcBef>
                <a:spcPts val="1000"/>
              </a:spcBef>
              <a:spcAft>
                <a:spcPts val="0"/>
              </a:spcAft>
              <a:buSzPts val="1280"/>
              <a:buNone/>
              <a:defRPr b="1" sz="1600"/>
            </a:lvl9pPr>
          </a:lstStyle>
          <a:p/>
        </p:txBody>
      </p:sp>
      <p:sp>
        <p:nvSpPr>
          <p:cNvPr id="65" name="Google Shape;65;p27"/>
          <p:cNvSpPr txBox="1"/>
          <p:nvPr>
            <p:ph idx="2" type="body"/>
          </p:nvPr>
        </p:nvSpPr>
        <p:spPr>
          <a:xfrm>
            <a:off x="675745" y="2737245"/>
            <a:ext cx="4185623" cy="3304117"/>
          </a:xfrm>
          <a:prstGeom prst="rect">
            <a:avLst/>
          </a:prstGeom>
          <a:noFill/>
          <a:ln>
            <a:noFill/>
          </a:ln>
        </p:spPr>
        <p:txBody>
          <a:bodyPr anchorCtr="0" anchor="t" bIns="45700" lIns="91425" spcFirstLastPara="1" rIns="91425" wrap="square" tIns="45700">
            <a:normAutofit/>
          </a:bodyPr>
          <a:lstStyle>
            <a:lvl1pPr indent="-320040" lvl="0" marL="457200" algn="l">
              <a:spcBef>
                <a:spcPts val="1000"/>
              </a:spcBef>
              <a:spcAft>
                <a:spcPts val="0"/>
              </a:spcAft>
              <a:buSzPts val="1440"/>
              <a:buChar char="►"/>
              <a:defRPr/>
            </a:lvl1pPr>
            <a:lvl2pPr indent="-320040" lvl="1" marL="914400" algn="l">
              <a:spcBef>
                <a:spcPts val="1000"/>
              </a:spcBef>
              <a:spcAft>
                <a:spcPts val="0"/>
              </a:spcAft>
              <a:buSzPts val="1440"/>
              <a:buChar char="►"/>
              <a:defRPr/>
            </a:lvl2pPr>
            <a:lvl3pPr indent="-320039" lvl="2" marL="1371600" algn="l">
              <a:spcBef>
                <a:spcPts val="1000"/>
              </a:spcBef>
              <a:spcAft>
                <a:spcPts val="0"/>
              </a:spcAft>
              <a:buSzPts val="1440"/>
              <a:buChar char="►"/>
              <a:defRPr/>
            </a:lvl3pPr>
            <a:lvl4pPr indent="-320039" lvl="3" marL="1828800" algn="l">
              <a:spcBef>
                <a:spcPts val="1000"/>
              </a:spcBef>
              <a:spcAft>
                <a:spcPts val="0"/>
              </a:spcAft>
              <a:buSzPts val="1440"/>
              <a:buChar char="►"/>
              <a:defRPr/>
            </a:lvl4pPr>
            <a:lvl5pPr indent="-320039" lvl="4" marL="2286000" algn="l">
              <a:spcBef>
                <a:spcPts val="1000"/>
              </a:spcBef>
              <a:spcAft>
                <a:spcPts val="0"/>
              </a:spcAft>
              <a:buSzPts val="1440"/>
              <a:buChar char="►"/>
              <a:defRPr/>
            </a:lvl5pPr>
            <a:lvl6pPr indent="-320039" lvl="5" marL="2743200" algn="l">
              <a:spcBef>
                <a:spcPts val="1000"/>
              </a:spcBef>
              <a:spcAft>
                <a:spcPts val="0"/>
              </a:spcAft>
              <a:buSzPts val="1440"/>
              <a:buChar char="►"/>
              <a:defRPr/>
            </a:lvl6pPr>
            <a:lvl7pPr indent="-320039"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66" name="Google Shape;66;p27"/>
          <p:cNvSpPr txBox="1"/>
          <p:nvPr>
            <p:ph idx="3" type="body"/>
          </p:nvPr>
        </p:nvSpPr>
        <p:spPr>
          <a:xfrm>
            <a:off x="5088383" y="2160983"/>
            <a:ext cx="4185618" cy="576262"/>
          </a:xfrm>
          <a:prstGeom prst="rect">
            <a:avLst/>
          </a:prstGeom>
          <a:noFill/>
          <a:ln>
            <a:noFill/>
          </a:ln>
        </p:spPr>
        <p:txBody>
          <a:bodyPr anchorCtr="0" anchor="b" bIns="45700" lIns="91425" spcFirstLastPara="1" rIns="91425" wrap="square" tIns="45700">
            <a:noAutofit/>
          </a:bodyPr>
          <a:lstStyle>
            <a:lvl1pPr indent="-228600" lvl="0" marL="457200" algn="l">
              <a:spcBef>
                <a:spcPts val="1000"/>
              </a:spcBef>
              <a:spcAft>
                <a:spcPts val="0"/>
              </a:spcAft>
              <a:buSzPts val="1920"/>
              <a:buNone/>
              <a:defRPr b="0" sz="2400"/>
            </a:lvl1pPr>
            <a:lvl2pPr indent="-228600" lvl="1" marL="914400" algn="l">
              <a:spcBef>
                <a:spcPts val="1000"/>
              </a:spcBef>
              <a:spcAft>
                <a:spcPts val="0"/>
              </a:spcAft>
              <a:buSzPts val="1600"/>
              <a:buNone/>
              <a:defRPr b="1" sz="2000"/>
            </a:lvl2pPr>
            <a:lvl3pPr indent="-228600" lvl="2" marL="1371600" algn="l">
              <a:spcBef>
                <a:spcPts val="1000"/>
              </a:spcBef>
              <a:spcAft>
                <a:spcPts val="0"/>
              </a:spcAft>
              <a:buSzPts val="1440"/>
              <a:buNone/>
              <a:defRPr b="1" sz="1800"/>
            </a:lvl3pPr>
            <a:lvl4pPr indent="-228600" lvl="3" marL="1828800" algn="l">
              <a:spcBef>
                <a:spcPts val="1000"/>
              </a:spcBef>
              <a:spcAft>
                <a:spcPts val="0"/>
              </a:spcAft>
              <a:buSzPts val="1280"/>
              <a:buNone/>
              <a:defRPr b="1" sz="1600"/>
            </a:lvl4pPr>
            <a:lvl5pPr indent="-228600" lvl="4" marL="2286000" algn="l">
              <a:spcBef>
                <a:spcPts val="1000"/>
              </a:spcBef>
              <a:spcAft>
                <a:spcPts val="0"/>
              </a:spcAft>
              <a:buSzPts val="1280"/>
              <a:buNone/>
              <a:defRPr b="1" sz="1600"/>
            </a:lvl5pPr>
            <a:lvl6pPr indent="-228600" lvl="5" marL="2743200" algn="l">
              <a:spcBef>
                <a:spcPts val="1000"/>
              </a:spcBef>
              <a:spcAft>
                <a:spcPts val="0"/>
              </a:spcAft>
              <a:buSzPts val="1280"/>
              <a:buNone/>
              <a:defRPr b="1" sz="1600"/>
            </a:lvl6pPr>
            <a:lvl7pPr indent="-228600" lvl="6" marL="3200400" algn="l">
              <a:spcBef>
                <a:spcPts val="1000"/>
              </a:spcBef>
              <a:spcAft>
                <a:spcPts val="0"/>
              </a:spcAft>
              <a:buSzPts val="1280"/>
              <a:buNone/>
              <a:defRPr b="1" sz="1600"/>
            </a:lvl7pPr>
            <a:lvl8pPr indent="-228600" lvl="7" marL="3657600" algn="l">
              <a:spcBef>
                <a:spcPts val="1000"/>
              </a:spcBef>
              <a:spcAft>
                <a:spcPts val="0"/>
              </a:spcAft>
              <a:buSzPts val="1280"/>
              <a:buNone/>
              <a:defRPr b="1" sz="1600"/>
            </a:lvl8pPr>
            <a:lvl9pPr indent="-228600" lvl="8" marL="4114800" algn="l">
              <a:spcBef>
                <a:spcPts val="1000"/>
              </a:spcBef>
              <a:spcAft>
                <a:spcPts val="0"/>
              </a:spcAft>
              <a:buSzPts val="1280"/>
              <a:buNone/>
              <a:defRPr b="1" sz="1600"/>
            </a:lvl9pPr>
          </a:lstStyle>
          <a:p/>
        </p:txBody>
      </p:sp>
      <p:sp>
        <p:nvSpPr>
          <p:cNvPr id="67" name="Google Shape;67;p27"/>
          <p:cNvSpPr txBox="1"/>
          <p:nvPr>
            <p:ph idx="4" type="body"/>
          </p:nvPr>
        </p:nvSpPr>
        <p:spPr>
          <a:xfrm>
            <a:off x="5088384" y="2737245"/>
            <a:ext cx="4185617" cy="3304117"/>
          </a:xfrm>
          <a:prstGeom prst="rect">
            <a:avLst/>
          </a:prstGeom>
          <a:noFill/>
          <a:ln>
            <a:noFill/>
          </a:ln>
        </p:spPr>
        <p:txBody>
          <a:bodyPr anchorCtr="0" anchor="t" bIns="45700" lIns="91425" spcFirstLastPara="1" rIns="91425" wrap="square" tIns="45700">
            <a:normAutofit/>
          </a:bodyPr>
          <a:lstStyle>
            <a:lvl1pPr indent="-320040" lvl="0" marL="457200" algn="l">
              <a:spcBef>
                <a:spcPts val="1000"/>
              </a:spcBef>
              <a:spcAft>
                <a:spcPts val="0"/>
              </a:spcAft>
              <a:buSzPts val="1440"/>
              <a:buChar char="►"/>
              <a:defRPr/>
            </a:lvl1pPr>
            <a:lvl2pPr indent="-320040" lvl="1" marL="914400" algn="l">
              <a:spcBef>
                <a:spcPts val="1000"/>
              </a:spcBef>
              <a:spcAft>
                <a:spcPts val="0"/>
              </a:spcAft>
              <a:buSzPts val="1440"/>
              <a:buChar char="►"/>
              <a:defRPr/>
            </a:lvl2pPr>
            <a:lvl3pPr indent="-320039" lvl="2" marL="1371600" algn="l">
              <a:spcBef>
                <a:spcPts val="1000"/>
              </a:spcBef>
              <a:spcAft>
                <a:spcPts val="0"/>
              </a:spcAft>
              <a:buSzPts val="1440"/>
              <a:buChar char="►"/>
              <a:defRPr/>
            </a:lvl3pPr>
            <a:lvl4pPr indent="-320039" lvl="3" marL="1828800" algn="l">
              <a:spcBef>
                <a:spcPts val="1000"/>
              </a:spcBef>
              <a:spcAft>
                <a:spcPts val="0"/>
              </a:spcAft>
              <a:buSzPts val="1440"/>
              <a:buChar char="►"/>
              <a:defRPr/>
            </a:lvl4pPr>
            <a:lvl5pPr indent="-320039" lvl="4" marL="2286000" algn="l">
              <a:spcBef>
                <a:spcPts val="1000"/>
              </a:spcBef>
              <a:spcAft>
                <a:spcPts val="0"/>
              </a:spcAft>
              <a:buSzPts val="1440"/>
              <a:buChar char="►"/>
              <a:defRPr/>
            </a:lvl5pPr>
            <a:lvl6pPr indent="-320039" lvl="5" marL="2743200" algn="l">
              <a:spcBef>
                <a:spcPts val="1000"/>
              </a:spcBef>
              <a:spcAft>
                <a:spcPts val="0"/>
              </a:spcAft>
              <a:buSzPts val="1440"/>
              <a:buChar char="►"/>
              <a:defRPr/>
            </a:lvl6pPr>
            <a:lvl7pPr indent="-320039"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68" name="Google Shape;68;p27"/>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27"/>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27"/>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1" name="Shape 71"/>
        <p:cNvGrpSpPr/>
        <p:nvPr/>
      </p:nvGrpSpPr>
      <p:grpSpPr>
        <a:xfrm>
          <a:off x="0" y="0"/>
          <a:ext cx="0" cy="0"/>
          <a:chOff x="0" y="0"/>
          <a:chExt cx="0" cy="0"/>
        </a:xfrm>
      </p:grpSpPr>
      <p:sp>
        <p:nvSpPr>
          <p:cNvPr id="72" name="Google Shape;72;p28"/>
          <p:cNvSpPr txBox="1"/>
          <p:nvPr>
            <p:ph type="title"/>
          </p:nvPr>
        </p:nvSpPr>
        <p:spPr>
          <a:xfrm>
            <a:off x="677334" y="609600"/>
            <a:ext cx="8596668" cy="1320800"/>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accen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28"/>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4" name="Google Shape;74;p28"/>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28"/>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6" name="Shape 76"/>
        <p:cNvGrpSpPr/>
        <p:nvPr/>
      </p:nvGrpSpPr>
      <p:grpSpPr>
        <a:xfrm>
          <a:off x="0" y="0"/>
          <a:ext cx="0" cy="0"/>
          <a:chOff x="0" y="0"/>
          <a:chExt cx="0" cy="0"/>
        </a:xfrm>
      </p:grpSpPr>
      <p:sp>
        <p:nvSpPr>
          <p:cNvPr id="77" name="Google Shape;77;p29"/>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9"/>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29"/>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80" name="Shape 80"/>
        <p:cNvGrpSpPr/>
        <p:nvPr/>
      </p:nvGrpSpPr>
      <p:grpSpPr>
        <a:xfrm>
          <a:off x="0" y="0"/>
          <a:ext cx="0" cy="0"/>
          <a:chOff x="0" y="0"/>
          <a:chExt cx="0" cy="0"/>
        </a:xfrm>
      </p:grpSpPr>
      <p:sp>
        <p:nvSpPr>
          <p:cNvPr id="81" name="Google Shape;81;p30"/>
          <p:cNvSpPr txBox="1"/>
          <p:nvPr>
            <p:ph type="title"/>
          </p:nvPr>
        </p:nvSpPr>
        <p:spPr>
          <a:xfrm>
            <a:off x="677334" y="1498604"/>
            <a:ext cx="3854528" cy="1278466"/>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accent1"/>
              </a:buClr>
              <a:buSzPts val="2000"/>
              <a:buFont typeface="Trebuchet MS"/>
              <a:buNone/>
              <a:defRPr sz="20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30"/>
          <p:cNvSpPr txBox="1"/>
          <p:nvPr>
            <p:ph idx="1" type="body"/>
          </p:nvPr>
        </p:nvSpPr>
        <p:spPr>
          <a:xfrm>
            <a:off x="4760461" y="514924"/>
            <a:ext cx="4513541" cy="5526437"/>
          </a:xfrm>
          <a:prstGeom prst="rect">
            <a:avLst/>
          </a:prstGeom>
          <a:noFill/>
          <a:ln>
            <a:noFill/>
          </a:ln>
        </p:spPr>
        <p:txBody>
          <a:bodyPr anchorCtr="0" anchor="t" bIns="45700" lIns="91425" spcFirstLastPara="1" rIns="91425" wrap="square" tIns="45700">
            <a:normAutofit/>
          </a:bodyPr>
          <a:lstStyle>
            <a:lvl1pPr indent="-320040" lvl="0" marL="457200" algn="l">
              <a:spcBef>
                <a:spcPts val="1000"/>
              </a:spcBef>
              <a:spcAft>
                <a:spcPts val="0"/>
              </a:spcAft>
              <a:buSzPts val="1440"/>
              <a:buChar char="►"/>
              <a:defRPr/>
            </a:lvl1pPr>
            <a:lvl2pPr indent="-320040" lvl="1" marL="914400" algn="l">
              <a:spcBef>
                <a:spcPts val="1000"/>
              </a:spcBef>
              <a:spcAft>
                <a:spcPts val="0"/>
              </a:spcAft>
              <a:buSzPts val="1440"/>
              <a:buChar char="►"/>
              <a:defRPr/>
            </a:lvl2pPr>
            <a:lvl3pPr indent="-320039" lvl="2" marL="1371600" algn="l">
              <a:spcBef>
                <a:spcPts val="1000"/>
              </a:spcBef>
              <a:spcAft>
                <a:spcPts val="0"/>
              </a:spcAft>
              <a:buSzPts val="1440"/>
              <a:buChar char="►"/>
              <a:defRPr/>
            </a:lvl3pPr>
            <a:lvl4pPr indent="-320039" lvl="3" marL="1828800" algn="l">
              <a:spcBef>
                <a:spcPts val="1000"/>
              </a:spcBef>
              <a:spcAft>
                <a:spcPts val="0"/>
              </a:spcAft>
              <a:buSzPts val="1440"/>
              <a:buChar char="►"/>
              <a:defRPr/>
            </a:lvl4pPr>
            <a:lvl5pPr indent="-320039" lvl="4" marL="2286000" algn="l">
              <a:spcBef>
                <a:spcPts val="1000"/>
              </a:spcBef>
              <a:spcAft>
                <a:spcPts val="0"/>
              </a:spcAft>
              <a:buSzPts val="1440"/>
              <a:buChar char="►"/>
              <a:defRPr/>
            </a:lvl5pPr>
            <a:lvl6pPr indent="-320039" lvl="5" marL="2743200" algn="l">
              <a:spcBef>
                <a:spcPts val="1000"/>
              </a:spcBef>
              <a:spcAft>
                <a:spcPts val="0"/>
              </a:spcAft>
              <a:buSzPts val="1440"/>
              <a:buChar char="►"/>
              <a:defRPr/>
            </a:lvl6pPr>
            <a:lvl7pPr indent="-320039"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83" name="Google Shape;83;p30"/>
          <p:cNvSpPr txBox="1"/>
          <p:nvPr>
            <p:ph idx="2" type="body"/>
          </p:nvPr>
        </p:nvSpPr>
        <p:spPr>
          <a:xfrm>
            <a:off x="677334" y="2777069"/>
            <a:ext cx="3854528" cy="2584449"/>
          </a:xfrm>
          <a:prstGeom prst="rect">
            <a:avLst/>
          </a:prstGeom>
          <a:noFill/>
          <a:ln>
            <a:noFill/>
          </a:ln>
        </p:spPr>
        <p:txBody>
          <a:bodyPr anchorCtr="0" anchor="t" bIns="45700" lIns="91425" spcFirstLastPara="1" rIns="91425" wrap="square" tIns="45700">
            <a:normAutofit/>
          </a:bodyPr>
          <a:lstStyle>
            <a:lvl1pPr indent="-228600" lvl="0" marL="457200" algn="l">
              <a:spcBef>
                <a:spcPts val="1000"/>
              </a:spcBef>
              <a:spcAft>
                <a:spcPts val="0"/>
              </a:spcAft>
              <a:buSzPts val="1120"/>
              <a:buNone/>
              <a:defRPr sz="1400"/>
            </a:lvl1pPr>
            <a:lvl2pPr indent="-228600" lvl="1" marL="914400" algn="l">
              <a:spcBef>
                <a:spcPts val="1000"/>
              </a:spcBef>
              <a:spcAft>
                <a:spcPts val="0"/>
              </a:spcAft>
              <a:buSzPts val="1120"/>
              <a:buNone/>
              <a:defRPr sz="1400"/>
            </a:lvl2pPr>
            <a:lvl3pPr indent="-228600" lvl="2" marL="1371600" algn="l">
              <a:spcBef>
                <a:spcPts val="1000"/>
              </a:spcBef>
              <a:spcAft>
                <a:spcPts val="0"/>
              </a:spcAft>
              <a:buSzPts val="960"/>
              <a:buNone/>
              <a:defRPr sz="1200"/>
            </a:lvl3pPr>
            <a:lvl4pPr indent="-228600" lvl="3" marL="1828800" algn="l">
              <a:spcBef>
                <a:spcPts val="1000"/>
              </a:spcBef>
              <a:spcAft>
                <a:spcPts val="0"/>
              </a:spcAft>
              <a:buSzPts val="800"/>
              <a:buNone/>
              <a:defRPr sz="1000"/>
            </a:lvl4pPr>
            <a:lvl5pPr indent="-228600" lvl="4" marL="2286000" algn="l">
              <a:spcBef>
                <a:spcPts val="1000"/>
              </a:spcBef>
              <a:spcAft>
                <a:spcPts val="0"/>
              </a:spcAft>
              <a:buSzPts val="800"/>
              <a:buNone/>
              <a:defRPr sz="1000"/>
            </a:lvl5pPr>
            <a:lvl6pPr indent="-228600" lvl="5" marL="2743200" algn="l">
              <a:spcBef>
                <a:spcPts val="1000"/>
              </a:spcBef>
              <a:spcAft>
                <a:spcPts val="0"/>
              </a:spcAft>
              <a:buSzPts val="800"/>
              <a:buNone/>
              <a:defRPr sz="1000"/>
            </a:lvl6pPr>
            <a:lvl7pPr indent="-228600" lvl="6" marL="3200400" algn="l">
              <a:spcBef>
                <a:spcPts val="1000"/>
              </a:spcBef>
              <a:spcAft>
                <a:spcPts val="0"/>
              </a:spcAft>
              <a:buSzPts val="800"/>
              <a:buNone/>
              <a:defRPr sz="1000"/>
            </a:lvl7pPr>
            <a:lvl8pPr indent="-228600" lvl="7" marL="3657600" algn="l">
              <a:spcBef>
                <a:spcPts val="1000"/>
              </a:spcBef>
              <a:spcAft>
                <a:spcPts val="0"/>
              </a:spcAft>
              <a:buSzPts val="800"/>
              <a:buNone/>
              <a:defRPr sz="1000"/>
            </a:lvl8pPr>
            <a:lvl9pPr indent="-228600" lvl="8" marL="4114800" algn="l">
              <a:spcBef>
                <a:spcPts val="1000"/>
              </a:spcBef>
              <a:spcAft>
                <a:spcPts val="0"/>
              </a:spcAft>
              <a:buSzPts val="800"/>
              <a:buNone/>
              <a:defRPr sz="1000"/>
            </a:lvl9pPr>
          </a:lstStyle>
          <a:p/>
        </p:txBody>
      </p:sp>
      <p:sp>
        <p:nvSpPr>
          <p:cNvPr id="84" name="Google Shape;84;p30"/>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5" name="Google Shape;85;p30"/>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6" name="Google Shape;86;p30"/>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87" name="Shape 87"/>
        <p:cNvGrpSpPr/>
        <p:nvPr/>
      </p:nvGrpSpPr>
      <p:grpSpPr>
        <a:xfrm>
          <a:off x="0" y="0"/>
          <a:ext cx="0" cy="0"/>
          <a:chOff x="0" y="0"/>
          <a:chExt cx="0" cy="0"/>
        </a:xfrm>
      </p:grpSpPr>
      <p:sp>
        <p:nvSpPr>
          <p:cNvPr id="88" name="Google Shape;88;p31"/>
          <p:cNvSpPr txBox="1"/>
          <p:nvPr>
            <p:ph type="title"/>
          </p:nvPr>
        </p:nvSpPr>
        <p:spPr>
          <a:xfrm>
            <a:off x="677334" y="4800600"/>
            <a:ext cx="8596667"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accent1"/>
              </a:buClr>
              <a:buSzPts val="2400"/>
              <a:buFont typeface="Trebuchet MS"/>
              <a:buNone/>
              <a:defRPr b="0" sz="2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31"/>
          <p:cNvSpPr/>
          <p:nvPr>
            <p:ph idx="2" type="pic"/>
          </p:nvPr>
        </p:nvSpPr>
        <p:spPr>
          <a:xfrm>
            <a:off x="677334" y="609600"/>
            <a:ext cx="8596668" cy="3845718"/>
          </a:xfrm>
          <a:prstGeom prst="rect">
            <a:avLst/>
          </a:prstGeom>
          <a:noFill/>
          <a:ln>
            <a:noFill/>
          </a:ln>
        </p:spPr>
      </p:sp>
      <p:sp>
        <p:nvSpPr>
          <p:cNvPr id="90" name="Google Shape;90;p31"/>
          <p:cNvSpPr txBox="1"/>
          <p:nvPr>
            <p:ph idx="1" type="body"/>
          </p:nvPr>
        </p:nvSpPr>
        <p:spPr>
          <a:xfrm>
            <a:off x="677334" y="5367338"/>
            <a:ext cx="8596667" cy="674024"/>
          </a:xfrm>
          <a:prstGeom prst="rect">
            <a:avLst/>
          </a:prstGeom>
          <a:noFill/>
          <a:ln>
            <a:noFill/>
          </a:ln>
        </p:spPr>
        <p:txBody>
          <a:bodyPr anchorCtr="0" anchor="t" bIns="45700" lIns="91425" spcFirstLastPara="1" rIns="91425" wrap="square" tIns="45700">
            <a:normAutofit/>
          </a:bodyPr>
          <a:lstStyle>
            <a:lvl1pPr indent="-228600" lvl="0" marL="457200" algn="l">
              <a:spcBef>
                <a:spcPts val="1000"/>
              </a:spcBef>
              <a:spcAft>
                <a:spcPts val="0"/>
              </a:spcAft>
              <a:buSzPts val="960"/>
              <a:buNone/>
              <a:defRPr sz="1200"/>
            </a:lvl1pPr>
            <a:lvl2pPr indent="-228600" lvl="1" marL="914400" algn="l">
              <a:spcBef>
                <a:spcPts val="1000"/>
              </a:spcBef>
              <a:spcAft>
                <a:spcPts val="0"/>
              </a:spcAft>
              <a:buSzPts val="960"/>
              <a:buNone/>
              <a:defRPr sz="1200"/>
            </a:lvl2pPr>
            <a:lvl3pPr indent="-228600" lvl="2" marL="1371600" algn="l">
              <a:spcBef>
                <a:spcPts val="1000"/>
              </a:spcBef>
              <a:spcAft>
                <a:spcPts val="0"/>
              </a:spcAft>
              <a:buSzPts val="800"/>
              <a:buNone/>
              <a:defRPr sz="1000"/>
            </a:lvl3pPr>
            <a:lvl4pPr indent="-228600" lvl="3" marL="1828800" algn="l">
              <a:spcBef>
                <a:spcPts val="1000"/>
              </a:spcBef>
              <a:spcAft>
                <a:spcPts val="0"/>
              </a:spcAft>
              <a:buSzPts val="720"/>
              <a:buNone/>
              <a:defRPr sz="900"/>
            </a:lvl4pPr>
            <a:lvl5pPr indent="-228600" lvl="4" marL="2286000" algn="l">
              <a:spcBef>
                <a:spcPts val="1000"/>
              </a:spcBef>
              <a:spcAft>
                <a:spcPts val="0"/>
              </a:spcAft>
              <a:buSzPts val="720"/>
              <a:buNone/>
              <a:defRPr sz="900"/>
            </a:lvl5pPr>
            <a:lvl6pPr indent="-228600" lvl="5" marL="2743200" algn="l">
              <a:spcBef>
                <a:spcPts val="1000"/>
              </a:spcBef>
              <a:spcAft>
                <a:spcPts val="0"/>
              </a:spcAft>
              <a:buSzPts val="720"/>
              <a:buNone/>
              <a:defRPr sz="900"/>
            </a:lvl6pPr>
            <a:lvl7pPr indent="-228600" lvl="6" marL="3200400" algn="l">
              <a:spcBef>
                <a:spcPts val="1000"/>
              </a:spcBef>
              <a:spcAft>
                <a:spcPts val="0"/>
              </a:spcAft>
              <a:buSzPts val="720"/>
              <a:buNone/>
              <a:defRPr sz="900"/>
            </a:lvl7pPr>
            <a:lvl8pPr indent="-228600" lvl="7" marL="3657600" algn="l">
              <a:spcBef>
                <a:spcPts val="1000"/>
              </a:spcBef>
              <a:spcAft>
                <a:spcPts val="0"/>
              </a:spcAft>
              <a:buSzPts val="720"/>
              <a:buNone/>
              <a:defRPr sz="900"/>
            </a:lvl8pPr>
            <a:lvl9pPr indent="-228600" lvl="8" marL="4114800" algn="l">
              <a:spcBef>
                <a:spcPts val="1000"/>
              </a:spcBef>
              <a:spcAft>
                <a:spcPts val="0"/>
              </a:spcAft>
              <a:buSzPts val="720"/>
              <a:buNone/>
              <a:defRPr sz="900"/>
            </a:lvl9pPr>
          </a:lstStyle>
          <a:p/>
        </p:txBody>
      </p:sp>
      <p:sp>
        <p:nvSpPr>
          <p:cNvPr id="91" name="Google Shape;91;p31"/>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2" name="Google Shape;92;p31"/>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3" name="Google Shape;93;p31"/>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aption">
  <p:cSld name="Title and Caption">
    <p:spTree>
      <p:nvGrpSpPr>
        <p:cNvPr id="94" name="Shape 94"/>
        <p:cNvGrpSpPr/>
        <p:nvPr/>
      </p:nvGrpSpPr>
      <p:grpSpPr>
        <a:xfrm>
          <a:off x="0" y="0"/>
          <a:ext cx="0" cy="0"/>
          <a:chOff x="0" y="0"/>
          <a:chExt cx="0" cy="0"/>
        </a:xfrm>
      </p:grpSpPr>
      <p:sp>
        <p:nvSpPr>
          <p:cNvPr id="95" name="Google Shape;95;p32"/>
          <p:cNvSpPr txBox="1"/>
          <p:nvPr>
            <p:ph type="title"/>
          </p:nvPr>
        </p:nvSpPr>
        <p:spPr>
          <a:xfrm>
            <a:off x="677335" y="609600"/>
            <a:ext cx="8596668" cy="340360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accent1"/>
              </a:buClr>
              <a:buSzPts val="4400"/>
              <a:buFont typeface="Trebuchet MS"/>
              <a:buNone/>
              <a:defRPr b="0" sz="44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6" name="Google Shape;96;p32"/>
          <p:cNvSpPr txBox="1"/>
          <p:nvPr>
            <p:ph idx="1" type="body"/>
          </p:nvPr>
        </p:nvSpPr>
        <p:spPr>
          <a:xfrm>
            <a:off x="677335" y="4470400"/>
            <a:ext cx="8596668" cy="1570962"/>
          </a:xfrm>
          <a:prstGeom prst="rect">
            <a:avLst/>
          </a:prstGeom>
          <a:noFill/>
          <a:ln>
            <a:noFill/>
          </a:ln>
        </p:spPr>
        <p:txBody>
          <a:bodyPr anchorCtr="0" anchor="ctr" bIns="45700" lIns="91425" spcFirstLastPara="1" rIns="91425" wrap="square" tIns="45700">
            <a:normAutofit/>
          </a:bodyPr>
          <a:lstStyle>
            <a:lvl1pPr indent="-228600" lvl="0" marL="457200" algn="l">
              <a:spcBef>
                <a:spcPts val="1000"/>
              </a:spcBef>
              <a:spcAft>
                <a:spcPts val="0"/>
              </a:spcAft>
              <a:buSzPts val="1440"/>
              <a:buNone/>
              <a:defRPr sz="1800">
                <a:solidFill>
                  <a:srgbClr val="3F3F3F"/>
                </a:solidFill>
              </a:defRPr>
            </a:lvl1pPr>
            <a:lvl2pPr indent="-228600" lvl="1" marL="914400" algn="l">
              <a:spcBef>
                <a:spcPts val="1000"/>
              </a:spcBef>
              <a:spcAft>
                <a:spcPts val="0"/>
              </a:spcAft>
              <a:buSzPts val="1440"/>
              <a:buNone/>
              <a:defRPr sz="1800">
                <a:solidFill>
                  <a:srgbClr val="888888"/>
                </a:solidFill>
              </a:defRPr>
            </a:lvl2pPr>
            <a:lvl3pPr indent="-228600" lvl="2" marL="1371600" algn="l">
              <a:spcBef>
                <a:spcPts val="1000"/>
              </a:spcBef>
              <a:spcAft>
                <a:spcPts val="0"/>
              </a:spcAft>
              <a:buSzPts val="1280"/>
              <a:buNone/>
              <a:defRPr sz="1600">
                <a:solidFill>
                  <a:srgbClr val="888888"/>
                </a:solidFill>
              </a:defRPr>
            </a:lvl3pPr>
            <a:lvl4pPr indent="-228600" lvl="3" marL="1828800" algn="l">
              <a:spcBef>
                <a:spcPts val="1000"/>
              </a:spcBef>
              <a:spcAft>
                <a:spcPts val="0"/>
              </a:spcAft>
              <a:buSzPts val="1120"/>
              <a:buNone/>
              <a:defRPr sz="1400">
                <a:solidFill>
                  <a:srgbClr val="888888"/>
                </a:solidFill>
              </a:defRPr>
            </a:lvl4pPr>
            <a:lvl5pPr indent="-228600" lvl="4" marL="2286000" algn="l">
              <a:spcBef>
                <a:spcPts val="1000"/>
              </a:spcBef>
              <a:spcAft>
                <a:spcPts val="0"/>
              </a:spcAft>
              <a:buSzPts val="1120"/>
              <a:buNone/>
              <a:defRPr sz="1400">
                <a:solidFill>
                  <a:srgbClr val="888888"/>
                </a:solidFill>
              </a:defRPr>
            </a:lvl5pPr>
            <a:lvl6pPr indent="-228600" lvl="5" marL="2743200" algn="l">
              <a:spcBef>
                <a:spcPts val="1000"/>
              </a:spcBef>
              <a:spcAft>
                <a:spcPts val="0"/>
              </a:spcAft>
              <a:buSzPts val="1120"/>
              <a:buNone/>
              <a:defRPr sz="1400">
                <a:solidFill>
                  <a:srgbClr val="888888"/>
                </a:solidFill>
              </a:defRPr>
            </a:lvl6pPr>
            <a:lvl7pPr indent="-228600" lvl="6" marL="3200400" algn="l">
              <a:spcBef>
                <a:spcPts val="1000"/>
              </a:spcBef>
              <a:spcAft>
                <a:spcPts val="0"/>
              </a:spcAft>
              <a:buSzPts val="1120"/>
              <a:buNone/>
              <a:defRPr sz="1400">
                <a:solidFill>
                  <a:srgbClr val="888888"/>
                </a:solidFill>
              </a:defRPr>
            </a:lvl7pPr>
            <a:lvl8pPr indent="-228600" lvl="7" marL="3657600" algn="l">
              <a:spcBef>
                <a:spcPts val="1000"/>
              </a:spcBef>
              <a:spcAft>
                <a:spcPts val="0"/>
              </a:spcAft>
              <a:buSzPts val="1120"/>
              <a:buNone/>
              <a:defRPr sz="1400">
                <a:solidFill>
                  <a:srgbClr val="888888"/>
                </a:solidFill>
              </a:defRPr>
            </a:lvl8pPr>
            <a:lvl9pPr indent="-228600" lvl="8" marL="4114800" algn="l">
              <a:spcBef>
                <a:spcPts val="1000"/>
              </a:spcBef>
              <a:spcAft>
                <a:spcPts val="0"/>
              </a:spcAft>
              <a:buSzPts val="1120"/>
              <a:buNone/>
              <a:defRPr sz="1400">
                <a:solidFill>
                  <a:srgbClr val="888888"/>
                </a:solidFill>
              </a:defRPr>
            </a:lvl9pPr>
          </a:lstStyle>
          <a:p/>
        </p:txBody>
      </p:sp>
      <p:sp>
        <p:nvSpPr>
          <p:cNvPr id="97" name="Google Shape;97;p32"/>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8" name="Google Shape;98;p32"/>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9" name="Google Shape;99;p32"/>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with Caption">
  <p:cSld name="Quote with Caption">
    <p:spTree>
      <p:nvGrpSpPr>
        <p:cNvPr id="100" name="Shape 100"/>
        <p:cNvGrpSpPr/>
        <p:nvPr/>
      </p:nvGrpSpPr>
      <p:grpSpPr>
        <a:xfrm>
          <a:off x="0" y="0"/>
          <a:ext cx="0" cy="0"/>
          <a:chOff x="0" y="0"/>
          <a:chExt cx="0" cy="0"/>
        </a:xfrm>
      </p:grpSpPr>
      <p:sp>
        <p:nvSpPr>
          <p:cNvPr id="101" name="Google Shape;101;p33"/>
          <p:cNvSpPr txBox="1"/>
          <p:nvPr>
            <p:ph type="title"/>
          </p:nvPr>
        </p:nvSpPr>
        <p:spPr>
          <a:xfrm>
            <a:off x="931334" y="609600"/>
            <a:ext cx="8094134" cy="302260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accent1"/>
              </a:buClr>
              <a:buSzPts val="4400"/>
              <a:buFont typeface="Trebuchet MS"/>
              <a:buNone/>
              <a:defRPr b="0" sz="44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2" name="Google Shape;102;p33"/>
          <p:cNvSpPr txBox="1"/>
          <p:nvPr>
            <p:ph idx="1" type="body"/>
          </p:nvPr>
        </p:nvSpPr>
        <p:spPr>
          <a:xfrm>
            <a:off x="1366139" y="3632200"/>
            <a:ext cx="7224524" cy="381000"/>
          </a:xfrm>
          <a:prstGeom prst="rect">
            <a:avLst/>
          </a:prstGeom>
          <a:noFill/>
          <a:ln>
            <a:noFill/>
          </a:ln>
        </p:spPr>
        <p:txBody>
          <a:bodyPr anchorCtr="0" anchor="ctr" bIns="45700" lIns="91425" spcFirstLastPara="1" rIns="91425" wrap="square" tIns="45700">
            <a:noAutofit/>
          </a:bodyPr>
          <a:lstStyle>
            <a:lvl1pPr indent="-228600" lvl="0" marL="457200" algn="l">
              <a:spcBef>
                <a:spcPts val="1000"/>
              </a:spcBef>
              <a:spcAft>
                <a:spcPts val="0"/>
              </a:spcAft>
              <a:buSzPts val="1280"/>
              <a:buFont typeface="Trebuchet MS"/>
              <a:buNone/>
              <a:defRPr sz="1600">
                <a:solidFill>
                  <a:srgbClr val="7F7F7F"/>
                </a:solidFill>
              </a:defRPr>
            </a:lvl1pPr>
            <a:lvl2pPr indent="-228600" lvl="1" marL="914400" algn="l">
              <a:spcBef>
                <a:spcPts val="1000"/>
              </a:spcBef>
              <a:spcAft>
                <a:spcPts val="0"/>
              </a:spcAft>
              <a:buSzPts val="1280"/>
              <a:buFont typeface="Trebuchet MS"/>
              <a:buNone/>
              <a:defRPr/>
            </a:lvl2pPr>
            <a:lvl3pPr indent="-228600" lvl="2" marL="1371600" algn="l">
              <a:spcBef>
                <a:spcPts val="1000"/>
              </a:spcBef>
              <a:spcAft>
                <a:spcPts val="0"/>
              </a:spcAft>
              <a:buSzPts val="1120"/>
              <a:buFont typeface="Trebuchet MS"/>
              <a:buNone/>
              <a:defRPr/>
            </a:lvl3pPr>
            <a:lvl4pPr indent="-228600" lvl="3" marL="1828800" algn="l">
              <a:spcBef>
                <a:spcPts val="1000"/>
              </a:spcBef>
              <a:spcAft>
                <a:spcPts val="0"/>
              </a:spcAft>
              <a:buSzPts val="960"/>
              <a:buFont typeface="Trebuchet MS"/>
              <a:buNone/>
              <a:defRPr/>
            </a:lvl4pPr>
            <a:lvl5pPr indent="-228600" lvl="4" marL="2286000" algn="l">
              <a:spcBef>
                <a:spcPts val="1000"/>
              </a:spcBef>
              <a:spcAft>
                <a:spcPts val="0"/>
              </a:spcAft>
              <a:buSzPts val="960"/>
              <a:buFont typeface="Trebuchet MS"/>
              <a:buNone/>
              <a:defRPr/>
            </a:lvl5pPr>
            <a:lvl6pPr indent="-320039" lvl="5" marL="2743200" algn="l">
              <a:spcBef>
                <a:spcPts val="1000"/>
              </a:spcBef>
              <a:spcAft>
                <a:spcPts val="0"/>
              </a:spcAft>
              <a:buSzPts val="1440"/>
              <a:buChar char="►"/>
              <a:defRPr/>
            </a:lvl6pPr>
            <a:lvl7pPr indent="-320039"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103" name="Google Shape;103;p33"/>
          <p:cNvSpPr txBox="1"/>
          <p:nvPr>
            <p:ph idx="2" type="body"/>
          </p:nvPr>
        </p:nvSpPr>
        <p:spPr>
          <a:xfrm>
            <a:off x="677335" y="4470400"/>
            <a:ext cx="8596668" cy="1570962"/>
          </a:xfrm>
          <a:prstGeom prst="rect">
            <a:avLst/>
          </a:prstGeom>
          <a:noFill/>
          <a:ln>
            <a:noFill/>
          </a:ln>
        </p:spPr>
        <p:txBody>
          <a:bodyPr anchorCtr="0" anchor="ctr" bIns="45700" lIns="91425" spcFirstLastPara="1" rIns="91425" wrap="square" tIns="45700">
            <a:normAutofit/>
          </a:bodyPr>
          <a:lstStyle>
            <a:lvl1pPr indent="-228600" lvl="0" marL="457200" algn="l">
              <a:spcBef>
                <a:spcPts val="1000"/>
              </a:spcBef>
              <a:spcAft>
                <a:spcPts val="0"/>
              </a:spcAft>
              <a:buSzPts val="1440"/>
              <a:buNone/>
              <a:defRPr sz="1800">
                <a:solidFill>
                  <a:srgbClr val="3F3F3F"/>
                </a:solidFill>
              </a:defRPr>
            </a:lvl1pPr>
            <a:lvl2pPr indent="-228600" lvl="1" marL="914400" algn="l">
              <a:spcBef>
                <a:spcPts val="1000"/>
              </a:spcBef>
              <a:spcAft>
                <a:spcPts val="0"/>
              </a:spcAft>
              <a:buSzPts val="1440"/>
              <a:buNone/>
              <a:defRPr sz="1800">
                <a:solidFill>
                  <a:srgbClr val="888888"/>
                </a:solidFill>
              </a:defRPr>
            </a:lvl2pPr>
            <a:lvl3pPr indent="-228600" lvl="2" marL="1371600" algn="l">
              <a:spcBef>
                <a:spcPts val="1000"/>
              </a:spcBef>
              <a:spcAft>
                <a:spcPts val="0"/>
              </a:spcAft>
              <a:buSzPts val="1280"/>
              <a:buNone/>
              <a:defRPr sz="1600">
                <a:solidFill>
                  <a:srgbClr val="888888"/>
                </a:solidFill>
              </a:defRPr>
            </a:lvl3pPr>
            <a:lvl4pPr indent="-228600" lvl="3" marL="1828800" algn="l">
              <a:spcBef>
                <a:spcPts val="1000"/>
              </a:spcBef>
              <a:spcAft>
                <a:spcPts val="0"/>
              </a:spcAft>
              <a:buSzPts val="1120"/>
              <a:buNone/>
              <a:defRPr sz="1400">
                <a:solidFill>
                  <a:srgbClr val="888888"/>
                </a:solidFill>
              </a:defRPr>
            </a:lvl4pPr>
            <a:lvl5pPr indent="-228600" lvl="4" marL="2286000" algn="l">
              <a:spcBef>
                <a:spcPts val="1000"/>
              </a:spcBef>
              <a:spcAft>
                <a:spcPts val="0"/>
              </a:spcAft>
              <a:buSzPts val="1120"/>
              <a:buNone/>
              <a:defRPr sz="1400">
                <a:solidFill>
                  <a:srgbClr val="888888"/>
                </a:solidFill>
              </a:defRPr>
            </a:lvl5pPr>
            <a:lvl6pPr indent="-228600" lvl="5" marL="2743200" algn="l">
              <a:spcBef>
                <a:spcPts val="1000"/>
              </a:spcBef>
              <a:spcAft>
                <a:spcPts val="0"/>
              </a:spcAft>
              <a:buSzPts val="1120"/>
              <a:buNone/>
              <a:defRPr sz="1400">
                <a:solidFill>
                  <a:srgbClr val="888888"/>
                </a:solidFill>
              </a:defRPr>
            </a:lvl6pPr>
            <a:lvl7pPr indent="-228600" lvl="6" marL="3200400" algn="l">
              <a:spcBef>
                <a:spcPts val="1000"/>
              </a:spcBef>
              <a:spcAft>
                <a:spcPts val="0"/>
              </a:spcAft>
              <a:buSzPts val="1120"/>
              <a:buNone/>
              <a:defRPr sz="1400">
                <a:solidFill>
                  <a:srgbClr val="888888"/>
                </a:solidFill>
              </a:defRPr>
            </a:lvl7pPr>
            <a:lvl8pPr indent="-228600" lvl="7" marL="3657600" algn="l">
              <a:spcBef>
                <a:spcPts val="1000"/>
              </a:spcBef>
              <a:spcAft>
                <a:spcPts val="0"/>
              </a:spcAft>
              <a:buSzPts val="1120"/>
              <a:buNone/>
              <a:defRPr sz="1400">
                <a:solidFill>
                  <a:srgbClr val="888888"/>
                </a:solidFill>
              </a:defRPr>
            </a:lvl8pPr>
            <a:lvl9pPr indent="-228600" lvl="8" marL="4114800" algn="l">
              <a:spcBef>
                <a:spcPts val="1000"/>
              </a:spcBef>
              <a:spcAft>
                <a:spcPts val="0"/>
              </a:spcAft>
              <a:buSzPts val="1120"/>
              <a:buNone/>
              <a:defRPr sz="1400">
                <a:solidFill>
                  <a:srgbClr val="888888"/>
                </a:solidFill>
              </a:defRPr>
            </a:lvl9pPr>
          </a:lstStyle>
          <a:p/>
        </p:txBody>
      </p:sp>
      <p:sp>
        <p:nvSpPr>
          <p:cNvPr id="104" name="Google Shape;104;p33"/>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5" name="Google Shape;105;p33"/>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6" name="Google Shape;106;p33"/>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107" name="Google Shape;107;p33"/>
          <p:cNvSpPr txBox="1"/>
          <p:nvPr/>
        </p:nvSpPr>
        <p:spPr>
          <a:xfrm>
            <a:off x="541870" y="790378"/>
            <a:ext cx="609600" cy="58477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8000">
                <a:solidFill>
                  <a:srgbClr val="C8D2BC"/>
                </a:solidFill>
                <a:latin typeface="Arial"/>
                <a:ea typeface="Arial"/>
                <a:cs typeface="Arial"/>
                <a:sym typeface="Arial"/>
              </a:rPr>
              <a:t>“</a:t>
            </a:r>
            <a:endParaRPr/>
          </a:p>
        </p:txBody>
      </p:sp>
      <p:sp>
        <p:nvSpPr>
          <p:cNvPr id="108" name="Google Shape;108;p33"/>
          <p:cNvSpPr txBox="1"/>
          <p:nvPr/>
        </p:nvSpPr>
        <p:spPr>
          <a:xfrm>
            <a:off x="8893011" y="2886556"/>
            <a:ext cx="609600" cy="58477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8000">
                <a:solidFill>
                  <a:srgbClr val="C8D2BC"/>
                </a:solidFill>
                <a:latin typeface="Arial"/>
                <a:ea typeface="Arial"/>
                <a:cs typeface="Arial"/>
                <a:sym typeface="Arial"/>
              </a:rPr>
              <a:t>”</a:t>
            </a:r>
            <a:endParaRPr sz="1800">
              <a:solidFill>
                <a:srgbClr val="C8D2BC"/>
              </a:solidFill>
              <a:latin typeface="Arial"/>
              <a:ea typeface="Arial"/>
              <a:cs typeface="Arial"/>
              <a:sym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ame Card">
  <p:cSld name="Name Card">
    <p:spTree>
      <p:nvGrpSpPr>
        <p:cNvPr id="109" name="Shape 109"/>
        <p:cNvGrpSpPr/>
        <p:nvPr/>
      </p:nvGrpSpPr>
      <p:grpSpPr>
        <a:xfrm>
          <a:off x="0" y="0"/>
          <a:ext cx="0" cy="0"/>
          <a:chOff x="0" y="0"/>
          <a:chExt cx="0" cy="0"/>
        </a:xfrm>
      </p:grpSpPr>
      <p:sp>
        <p:nvSpPr>
          <p:cNvPr id="110" name="Google Shape;110;p34"/>
          <p:cNvSpPr txBox="1"/>
          <p:nvPr>
            <p:ph type="title"/>
          </p:nvPr>
        </p:nvSpPr>
        <p:spPr>
          <a:xfrm>
            <a:off x="677335" y="1931988"/>
            <a:ext cx="8596668" cy="259546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accent1"/>
              </a:buClr>
              <a:buSzPts val="4400"/>
              <a:buFont typeface="Trebuchet MS"/>
              <a:buNone/>
              <a:defRPr b="0" sz="44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1" name="Google Shape;111;p34"/>
          <p:cNvSpPr txBox="1"/>
          <p:nvPr>
            <p:ph idx="1" type="body"/>
          </p:nvPr>
        </p:nvSpPr>
        <p:spPr>
          <a:xfrm>
            <a:off x="677335" y="4527448"/>
            <a:ext cx="8596668" cy="1513914"/>
          </a:xfrm>
          <a:prstGeom prst="rect">
            <a:avLst/>
          </a:prstGeom>
          <a:noFill/>
          <a:ln>
            <a:noFill/>
          </a:ln>
        </p:spPr>
        <p:txBody>
          <a:bodyPr anchorCtr="0" anchor="t" bIns="45700" lIns="91425" spcFirstLastPara="1" rIns="91425" wrap="square" tIns="45700">
            <a:normAutofit/>
          </a:bodyPr>
          <a:lstStyle>
            <a:lvl1pPr indent="-228600" lvl="0" marL="457200" algn="l">
              <a:spcBef>
                <a:spcPts val="1000"/>
              </a:spcBef>
              <a:spcAft>
                <a:spcPts val="0"/>
              </a:spcAft>
              <a:buSzPts val="1440"/>
              <a:buNone/>
              <a:defRPr sz="1800">
                <a:solidFill>
                  <a:srgbClr val="3F3F3F"/>
                </a:solidFill>
              </a:defRPr>
            </a:lvl1pPr>
            <a:lvl2pPr indent="-228600" lvl="1" marL="914400" algn="l">
              <a:spcBef>
                <a:spcPts val="1000"/>
              </a:spcBef>
              <a:spcAft>
                <a:spcPts val="0"/>
              </a:spcAft>
              <a:buSzPts val="1440"/>
              <a:buNone/>
              <a:defRPr sz="1800">
                <a:solidFill>
                  <a:srgbClr val="888888"/>
                </a:solidFill>
              </a:defRPr>
            </a:lvl2pPr>
            <a:lvl3pPr indent="-228600" lvl="2" marL="1371600" algn="l">
              <a:spcBef>
                <a:spcPts val="1000"/>
              </a:spcBef>
              <a:spcAft>
                <a:spcPts val="0"/>
              </a:spcAft>
              <a:buSzPts val="1280"/>
              <a:buNone/>
              <a:defRPr sz="1600">
                <a:solidFill>
                  <a:srgbClr val="888888"/>
                </a:solidFill>
              </a:defRPr>
            </a:lvl3pPr>
            <a:lvl4pPr indent="-228600" lvl="3" marL="1828800" algn="l">
              <a:spcBef>
                <a:spcPts val="1000"/>
              </a:spcBef>
              <a:spcAft>
                <a:spcPts val="0"/>
              </a:spcAft>
              <a:buSzPts val="1120"/>
              <a:buNone/>
              <a:defRPr sz="1400">
                <a:solidFill>
                  <a:srgbClr val="888888"/>
                </a:solidFill>
              </a:defRPr>
            </a:lvl4pPr>
            <a:lvl5pPr indent="-228600" lvl="4" marL="2286000" algn="l">
              <a:spcBef>
                <a:spcPts val="1000"/>
              </a:spcBef>
              <a:spcAft>
                <a:spcPts val="0"/>
              </a:spcAft>
              <a:buSzPts val="1120"/>
              <a:buNone/>
              <a:defRPr sz="1400">
                <a:solidFill>
                  <a:srgbClr val="888888"/>
                </a:solidFill>
              </a:defRPr>
            </a:lvl5pPr>
            <a:lvl6pPr indent="-228600" lvl="5" marL="2743200" algn="l">
              <a:spcBef>
                <a:spcPts val="1000"/>
              </a:spcBef>
              <a:spcAft>
                <a:spcPts val="0"/>
              </a:spcAft>
              <a:buSzPts val="1120"/>
              <a:buNone/>
              <a:defRPr sz="1400">
                <a:solidFill>
                  <a:srgbClr val="888888"/>
                </a:solidFill>
              </a:defRPr>
            </a:lvl6pPr>
            <a:lvl7pPr indent="-228600" lvl="6" marL="3200400" algn="l">
              <a:spcBef>
                <a:spcPts val="1000"/>
              </a:spcBef>
              <a:spcAft>
                <a:spcPts val="0"/>
              </a:spcAft>
              <a:buSzPts val="1120"/>
              <a:buNone/>
              <a:defRPr sz="1400">
                <a:solidFill>
                  <a:srgbClr val="888888"/>
                </a:solidFill>
              </a:defRPr>
            </a:lvl7pPr>
            <a:lvl8pPr indent="-228600" lvl="7" marL="3657600" algn="l">
              <a:spcBef>
                <a:spcPts val="1000"/>
              </a:spcBef>
              <a:spcAft>
                <a:spcPts val="0"/>
              </a:spcAft>
              <a:buSzPts val="1120"/>
              <a:buNone/>
              <a:defRPr sz="1400">
                <a:solidFill>
                  <a:srgbClr val="888888"/>
                </a:solidFill>
              </a:defRPr>
            </a:lvl8pPr>
            <a:lvl9pPr indent="-228600" lvl="8" marL="4114800" algn="l">
              <a:spcBef>
                <a:spcPts val="1000"/>
              </a:spcBef>
              <a:spcAft>
                <a:spcPts val="0"/>
              </a:spcAft>
              <a:buSzPts val="1120"/>
              <a:buNone/>
              <a:defRPr sz="1400">
                <a:solidFill>
                  <a:srgbClr val="888888"/>
                </a:solidFill>
              </a:defRPr>
            </a:lvl9pPr>
          </a:lstStyle>
          <a:p/>
        </p:txBody>
      </p:sp>
      <p:sp>
        <p:nvSpPr>
          <p:cNvPr id="112" name="Google Shape;112;p34"/>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3" name="Google Shape;113;p34"/>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4" name="Google Shape;114;p34"/>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Name Card">
  <p:cSld name="Quote Name Card">
    <p:spTree>
      <p:nvGrpSpPr>
        <p:cNvPr id="115" name="Shape 115"/>
        <p:cNvGrpSpPr/>
        <p:nvPr/>
      </p:nvGrpSpPr>
      <p:grpSpPr>
        <a:xfrm>
          <a:off x="0" y="0"/>
          <a:ext cx="0" cy="0"/>
          <a:chOff x="0" y="0"/>
          <a:chExt cx="0" cy="0"/>
        </a:xfrm>
      </p:grpSpPr>
      <p:sp>
        <p:nvSpPr>
          <p:cNvPr id="116" name="Google Shape;116;p35"/>
          <p:cNvSpPr txBox="1"/>
          <p:nvPr>
            <p:ph type="title"/>
          </p:nvPr>
        </p:nvSpPr>
        <p:spPr>
          <a:xfrm>
            <a:off x="931334" y="609600"/>
            <a:ext cx="8094134" cy="302260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accent1"/>
              </a:buClr>
              <a:buSzPts val="4400"/>
              <a:buFont typeface="Trebuchet MS"/>
              <a:buNone/>
              <a:defRPr b="0" sz="44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7" name="Google Shape;117;p35"/>
          <p:cNvSpPr txBox="1"/>
          <p:nvPr>
            <p:ph idx="1" type="body"/>
          </p:nvPr>
        </p:nvSpPr>
        <p:spPr>
          <a:xfrm>
            <a:off x="677332" y="4013200"/>
            <a:ext cx="8596669" cy="514248"/>
          </a:xfrm>
          <a:prstGeom prst="rect">
            <a:avLst/>
          </a:prstGeom>
          <a:noFill/>
          <a:ln>
            <a:noFill/>
          </a:ln>
        </p:spPr>
        <p:txBody>
          <a:bodyPr anchorCtr="0" anchor="b" bIns="45700" lIns="91425" spcFirstLastPara="1" rIns="91425" wrap="square" tIns="45700">
            <a:noAutofit/>
          </a:bodyPr>
          <a:lstStyle>
            <a:lvl1pPr indent="-228600" lvl="0" marL="457200" algn="l">
              <a:spcBef>
                <a:spcPts val="1000"/>
              </a:spcBef>
              <a:spcAft>
                <a:spcPts val="0"/>
              </a:spcAft>
              <a:buSzPts val="1920"/>
              <a:buFont typeface="Trebuchet MS"/>
              <a:buNone/>
              <a:defRPr sz="2400">
                <a:solidFill>
                  <a:srgbClr val="3F3F3F"/>
                </a:solidFill>
              </a:defRPr>
            </a:lvl1pPr>
            <a:lvl2pPr indent="-228600" lvl="1" marL="914400" algn="l">
              <a:spcBef>
                <a:spcPts val="1000"/>
              </a:spcBef>
              <a:spcAft>
                <a:spcPts val="0"/>
              </a:spcAft>
              <a:buSzPts val="1280"/>
              <a:buFont typeface="Trebuchet MS"/>
              <a:buNone/>
              <a:defRPr/>
            </a:lvl2pPr>
            <a:lvl3pPr indent="-228600" lvl="2" marL="1371600" algn="l">
              <a:spcBef>
                <a:spcPts val="1000"/>
              </a:spcBef>
              <a:spcAft>
                <a:spcPts val="0"/>
              </a:spcAft>
              <a:buSzPts val="1120"/>
              <a:buFont typeface="Trebuchet MS"/>
              <a:buNone/>
              <a:defRPr/>
            </a:lvl3pPr>
            <a:lvl4pPr indent="-228600" lvl="3" marL="1828800" algn="l">
              <a:spcBef>
                <a:spcPts val="1000"/>
              </a:spcBef>
              <a:spcAft>
                <a:spcPts val="0"/>
              </a:spcAft>
              <a:buSzPts val="960"/>
              <a:buFont typeface="Trebuchet MS"/>
              <a:buNone/>
              <a:defRPr/>
            </a:lvl4pPr>
            <a:lvl5pPr indent="-228600" lvl="4" marL="2286000" algn="l">
              <a:spcBef>
                <a:spcPts val="1000"/>
              </a:spcBef>
              <a:spcAft>
                <a:spcPts val="0"/>
              </a:spcAft>
              <a:buSzPts val="960"/>
              <a:buFont typeface="Trebuchet MS"/>
              <a:buNone/>
              <a:defRPr/>
            </a:lvl5pPr>
            <a:lvl6pPr indent="-320039" lvl="5" marL="2743200" algn="l">
              <a:spcBef>
                <a:spcPts val="1000"/>
              </a:spcBef>
              <a:spcAft>
                <a:spcPts val="0"/>
              </a:spcAft>
              <a:buSzPts val="1440"/>
              <a:buChar char="►"/>
              <a:defRPr/>
            </a:lvl6pPr>
            <a:lvl7pPr indent="-320039"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118" name="Google Shape;118;p35"/>
          <p:cNvSpPr txBox="1"/>
          <p:nvPr>
            <p:ph idx="2" type="body"/>
          </p:nvPr>
        </p:nvSpPr>
        <p:spPr>
          <a:xfrm>
            <a:off x="677335" y="4527448"/>
            <a:ext cx="8596668" cy="1513914"/>
          </a:xfrm>
          <a:prstGeom prst="rect">
            <a:avLst/>
          </a:prstGeom>
          <a:noFill/>
          <a:ln>
            <a:noFill/>
          </a:ln>
        </p:spPr>
        <p:txBody>
          <a:bodyPr anchorCtr="0" anchor="t" bIns="45700" lIns="91425" spcFirstLastPara="1" rIns="91425" wrap="square" tIns="45700">
            <a:normAutofit/>
          </a:bodyPr>
          <a:lstStyle>
            <a:lvl1pPr indent="-228600" lvl="0" marL="457200" algn="l">
              <a:spcBef>
                <a:spcPts val="1000"/>
              </a:spcBef>
              <a:spcAft>
                <a:spcPts val="0"/>
              </a:spcAft>
              <a:buSzPts val="1440"/>
              <a:buNone/>
              <a:defRPr sz="1800">
                <a:solidFill>
                  <a:srgbClr val="7F7F7F"/>
                </a:solidFill>
              </a:defRPr>
            </a:lvl1pPr>
            <a:lvl2pPr indent="-228600" lvl="1" marL="914400" algn="l">
              <a:spcBef>
                <a:spcPts val="1000"/>
              </a:spcBef>
              <a:spcAft>
                <a:spcPts val="0"/>
              </a:spcAft>
              <a:buSzPts val="1440"/>
              <a:buNone/>
              <a:defRPr sz="1800">
                <a:solidFill>
                  <a:srgbClr val="888888"/>
                </a:solidFill>
              </a:defRPr>
            </a:lvl2pPr>
            <a:lvl3pPr indent="-228600" lvl="2" marL="1371600" algn="l">
              <a:spcBef>
                <a:spcPts val="1000"/>
              </a:spcBef>
              <a:spcAft>
                <a:spcPts val="0"/>
              </a:spcAft>
              <a:buSzPts val="1280"/>
              <a:buNone/>
              <a:defRPr sz="1600">
                <a:solidFill>
                  <a:srgbClr val="888888"/>
                </a:solidFill>
              </a:defRPr>
            </a:lvl3pPr>
            <a:lvl4pPr indent="-228600" lvl="3" marL="1828800" algn="l">
              <a:spcBef>
                <a:spcPts val="1000"/>
              </a:spcBef>
              <a:spcAft>
                <a:spcPts val="0"/>
              </a:spcAft>
              <a:buSzPts val="1120"/>
              <a:buNone/>
              <a:defRPr sz="1400">
                <a:solidFill>
                  <a:srgbClr val="888888"/>
                </a:solidFill>
              </a:defRPr>
            </a:lvl4pPr>
            <a:lvl5pPr indent="-228600" lvl="4" marL="2286000" algn="l">
              <a:spcBef>
                <a:spcPts val="1000"/>
              </a:spcBef>
              <a:spcAft>
                <a:spcPts val="0"/>
              </a:spcAft>
              <a:buSzPts val="1120"/>
              <a:buNone/>
              <a:defRPr sz="1400">
                <a:solidFill>
                  <a:srgbClr val="888888"/>
                </a:solidFill>
              </a:defRPr>
            </a:lvl5pPr>
            <a:lvl6pPr indent="-228600" lvl="5" marL="2743200" algn="l">
              <a:spcBef>
                <a:spcPts val="1000"/>
              </a:spcBef>
              <a:spcAft>
                <a:spcPts val="0"/>
              </a:spcAft>
              <a:buSzPts val="1120"/>
              <a:buNone/>
              <a:defRPr sz="1400">
                <a:solidFill>
                  <a:srgbClr val="888888"/>
                </a:solidFill>
              </a:defRPr>
            </a:lvl6pPr>
            <a:lvl7pPr indent="-228600" lvl="6" marL="3200400" algn="l">
              <a:spcBef>
                <a:spcPts val="1000"/>
              </a:spcBef>
              <a:spcAft>
                <a:spcPts val="0"/>
              </a:spcAft>
              <a:buSzPts val="1120"/>
              <a:buNone/>
              <a:defRPr sz="1400">
                <a:solidFill>
                  <a:srgbClr val="888888"/>
                </a:solidFill>
              </a:defRPr>
            </a:lvl7pPr>
            <a:lvl8pPr indent="-228600" lvl="7" marL="3657600" algn="l">
              <a:spcBef>
                <a:spcPts val="1000"/>
              </a:spcBef>
              <a:spcAft>
                <a:spcPts val="0"/>
              </a:spcAft>
              <a:buSzPts val="1120"/>
              <a:buNone/>
              <a:defRPr sz="1400">
                <a:solidFill>
                  <a:srgbClr val="888888"/>
                </a:solidFill>
              </a:defRPr>
            </a:lvl8pPr>
            <a:lvl9pPr indent="-228600" lvl="8" marL="4114800" algn="l">
              <a:spcBef>
                <a:spcPts val="1000"/>
              </a:spcBef>
              <a:spcAft>
                <a:spcPts val="0"/>
              </a:spcAft>
              <a:buSzPts val="1120"/>
              <a:buNone/>
              <a:defRPr sz="1400">
                <a:solidFill>
                  <a:srgbClr val="888888"/>
                </a:solidFill>
              </a:defRPr>
            </a:lvl9pPr>
          </a:lstStyle>
          <a:p/>
        </p:txBody>
      </p:sp>
      <p:sp>
        <p:nvSpPr>
          <p:cNvPr id="119" name="Google Shape;119;p35"/>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0" name="Google Shape;120;p35"/>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1" name="Google Shape;121;p35"/>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122" name="Google Shape;122;p35"/>
          <p:cNvSpPr txBox="1"/>
          <p:nvPr/>
        </p:nvSpPr>
        <p:spPr>
          <a:xfrm>
            <a:off x="541870" y="790378"/>
            <a:ext cx="609600" cy="58477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8000">
                <a:solidFill>
                  <a:srgbClr val="C8D2BC"/>
                </a:solidFill>
                <a:latin typeface="Arial"/>
                <a:ea typeface="Arial"/>
                <a:cs typeface="Arial"/>
                <a:sym typeface="Arial"/>
              </a:rPr>
              <a:t>“</a:t>
            </a:r>
            <a:endParaRPr/>
          </a:p>
        </p:txBody>
      </p:sp>
      <p:sp>
        <p:nvSpPr>
          <p:cNvPr id="123" name="Google Shape;123;p35"/>
          <p:cNvSpPr txBox="1"/>
          <p:nvPr/>
        </p:nvSpPr>
        <p:spPr>
          <a:xfrm>
            <a:off x="8893011" y="2886556"/>
            <a:ext cx="609600" cy="58477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8000">
                <a:solidFill>
                  <a:srgbClr val="C8D2BC"/>
                </a:solidFill>
                <a:latin typeface="Arial"/>
                <a:ea typeface="Arial"/>
                <a:cs typeface="Arial"/>
                <a:sym typeface="Arial"/>
              </a:rPr>
              <a:t>”</a:t>
            </a: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ue or False">
  <p:cSld name="True or False">
    <p:spTree>
      <p:nvGrpSpPr>
        <p:cNvPr id="124" name="Shape 124"/>
        <p:cNvGrpSpPr/>
        <p:nvPr/>
      </p:nvGrpSpPr>
      <p:grpSpPr>
        <a:xfrm>
          <a:off x="0" y="0"/>
          <a:ext cx="0" cy="0"/>
          <a:chOff x="0" y="0"/>
          <a:chExt cx="0" cy="0"/>
        </a:xfrm>
      </p:grpSpPr>
      <p:sp>
        <p:nvSpPr>
          <p:cNvPr id="125" name="Google Shape;125;p36"/>
          <p:cNvSpPr txBox="1"/>
          <p:nvPr>
            <p:ph type="title"/>
          </p:nvPr>
        </p:nvSpPr>
        <p:spPr>
          <a:xfrm>
            <a:off x="685799" y="609600"/>
            <a:ext cx="8588203" cy="302260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accent1"/>
              </a:buClr>
              <a:buSzPts val="4400"/>
              <a:buFont typeface="Trebuchet MS"/>
              <a:buNone/>
              <a:defRPr b="0" sz="44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6" name="Google Shape;126;p36"/>
          <p:cNvSpPr txBox="1"/>
          <p:nvPr>
            <p:ph idx="1" type="body"/>
          </p:nvPr>
        </p:nvSpPr>
        <p:spPr>
          <a:xfrm>
            <a:off x="677332" y="4013200"/>
            <a:ext cx="8596669" cy="514248"/>
          </a:xfrm>
          <a:prstGeom prst="rect">
            <a:avLst/>
          </a:prstGeom>
          <a:noFill/>
          <a:ln>
            <a:noFill/>
          </a:ln>
        </p:spPr>
        <p:txBody>
          <a:bodyPr anchorCtr="0" anchor="b" bIns="45700" lIns="91425" spcFirstLastPara="1" rIns="91425" wrap="square" tIns="45700">
            <a:noAutofit/>
          </a:bodyPr>
          <a:lstStyle>
            <a:lvl1pPr indent="-228600" lvl="0" marL="457200" algn="l">
              <a:spcBef>
                <a:spcPts val="1000"/>
              </a:spcBef>
              <a:spcAft>
                <a:spcPts val="0"/>
              </a:spcAft>
              <a:buSzPts val="1920"/>
              <a:buFont typeface="Trebuchet MS"/>
              <a:buNone/>
              <a:defRPr sz="2400">
                <a:solidFill>
                  <a:schemeClr val="accent1"/>
                </a:solidFill>
              </a:defRPr>
            </a:lvl1pPr>
            <a:lvl2pPr indent="-228600" lvl="1" marL="914400" algn="l">
              <a:spcBef>
                <a:spcPts val="1000"/>
              </a:spcBef>
              <a:spcAft>
                <a:spcPts val="0"/>
              </a:spcAft>
              <a:buSzPts val="1280"/>
              <a:buFont typeface="Trebuchet MS"/>
              <a:buNone/>
              <a:defRPr/>
            </a:lvl2pPr>
            <a:lvl3pPr indent="-228600" lvl="2" marL="1371600" algn="l">
              <a:spcBef>
                <a:spcPts val="1000"/>
              </a:spcBef>
              <a:spcAft>
                <a:spcPts val="0"/>
              </a:spcAft>
              <a:buSzPts val="1120"/>
              <a:buFont typeface="Trebuchet MS"/>
              <a:buNone/>
              <a:defRPr/>
            </a:lvl3pPr>
            <a:lvl4pPr indent="-228600" lvl="3" marL="1828800" algn="l">
              <a:spcBef>
                <a:spcPts val="1000"/>
              </a:spcBef>
              <a:spcAft>
                <a:spcPts val="0"/>
              </a:spcAft>
              <a:buSzPts val="960"/>
              <a:buFont typeface="Trebuchet MS"/>
              <a:buNone/>
              <a:defRPr/>
            </a:lvl4pPr>
            <a:lvl5pPr indent="-228600" lvl="4" marL="2286000" algn="l">
              <a:spcBef>
                <a:spcPts val="1000"/>
              </a:spcBef>
              <a:spcAft>
                <a:spcPts val="0"/>
              </a:spcAft>
              <a:buSzPts val="960"/>
              <a:buFont typeface="Trebuchet MS"/>
              <a:buNone/>
              <a:defRPr/>
            </a:lvl5pPr>
            <a:lvl6pPr indent="-320039" lvl="5" marL="2743200" algn="l">
              <a:spcBef>
                <a:spcPts val="1000"/>
              </a:spcBef>
              <a:spcAft>
                <a:spcPts val="0"/>
              </a:spcAft>
              <a:buSzPts val="1440"/>
              <a:buChar char="►"/>
              <a:defRPr/>
            </a:lvl6pPr>
            <a:lvl7pPr indent="-320039"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127" name="Google Shape;127;p36"/>
          <p:cNvSpPr txBox="1"/>
          <p:nvPr>
            <p:ph idx="2" type="body"/>
          </p:nvPr>
        </p:nvSpPr>
        <p:spPr>
          <a:xfrm>
            <a:off x="677335" y="4527448"/>
            <a:ext cx="8596668" cy="1513914"/>
          </a:xfrm>
          <a:prstGeom prst="rect">
            <a:avLst/>
          </a:prstGeom>
          <a:noFill/>
          <a:ln>
            <a:noFill/>
          </a:ln>
        </p:spPr>
        <p:txBody>
          <a:bodyPr anchorCtr="0" anchor="t" bIns="45700" lIns="91425" spcFirstLastPara="1" rIns="91425" wrap="square" tIns="45700">
            <a:normAutofit/>
          </a:bodyPr>
          <a:lstStyle>
            <a:lvl1pPr indent="-228600" lvl="0" marL="457200" algn="l">
              <a:spcBef>
                <a:spcPts val="1000"/>
              </a:spcBef>
              <a:spcAft>
                <a:spcPts val="0"/>
              </a:spcAft>
              <a:buSzPts val="1440"/>
              <a:buNone/>
              <a:defRPr sz="1800">
                <a:solidFill>
                  <a:srgbClr val="7F7F7F"/>
                </a:solidFill>
              </a:defRPr>
            </a:lvl1pPr>
            <a:lvl2pPr indent="-228600" lvl="1" marL="914400" algn="l">
              <a:spcBef>
                <a:spcPts val="1000"/>
              </a:spcBef>
              <a:spcAft>
                <a:spcPts val="0"/>
              </a:spcAft>
              <a:buSzPts val="1440"/>
              <a:buNone/>
              <a:defRPr sz="1800">
                <a:solidFill>
                  <a:srgbClr val="888888"/>
                </a:solidFill>
              </a:defRPr>
            </a:lvl2pPr>
            <a:lvl3pPr indent="-228600" lvl="2" marL="1371600" algn="l">
              <a:spcBef>
                <a:spcPts val="1000"/>
              </a:spcBef>
              <a:spcAft>
                <a:spcPts val="0"/>
              </a:spcAft>
              <a:buSzPts val="1280"/>
              <a:buNone/>
              <a:defRPr sz="1600">
                <a:solidFill>
                  <a:srgbClr val="888888"/>
                </a:solidFill>
              </a:defRPr>
            </a:lvl3pPr>
            <a:lvl4pPr indent="-228600" lvl="3" marL="1828800" algn="l">
              <a:spcBef>
                <a:spcPts val="1000"/>
              </a:spcBef>
              <a:spcAft>
                <a:spcPts val="0"/>
              </a:spcAft>
              <a:buSzPts val="1120"/>
              <a:buNone/>
              <a:defRPr sz="1400">
                <a:solidFill>
                  <a:srgbClr val="888888"/>
                </a:solidFill>
              </a:defRPr>
            </a:lvl4pPr>
            <a:lvl5pPr indent="-228600" lvl="4" marL="2286000" algn="l">
              <a:spcBef>
                <a:spcPts val="1000"/>
              </a:spcBef>
              <a:spcAft>
                <a:spcPts val="0"/>
              </a:spcAft>
              <a:buSzPts val="1120"/>
              <a:buNone/>
              <a:defRPr sz="1400">
                <a:solidFill>
                  <a:srgbClr val="888888"/>
                </a:solidFill>
              </a:defRPr>
            </a:lvl5pPr>
            <a:lvl6pPr indent="-228600" lvl="5" marL="2743200" algn="l">
              <a:spcBef>
                <a:spcPts val="1000"/>
              </a:spcBef>
              <a:spcAft>
                <a:spcPts val="0"/>
              </a:spcAft>
              <a:buSzPts val="1120"/>
              <a:buNone/>
              <a:defRPr sz="1400">
                <a:solidFill>
                  <a:srgbClr val="888888"/>
                </a:solidFill>
              </a:defRPr>
            </a:lvl6pPr>
            <a:lvl7pPr indent="-228600" lvl="6" marL="3200400" algn="l">
              <a:spcBef>
                <a:spcPts val="1000"/>
              </a:spcBef>
              <a:spcAft>
                <a:spcPts val="0"/>
              </a:spcAft>
              <a:buSzPts val="1120"/>
              <a:buNone/>
              <a:defRPr sz="1400">
                <a:solidFill>
                  <a:srgbClr val="888888"/>
                </a:solidFill>
              </a:defRPr>
            </a:lvl7pPr>
            <a:lvl8pPr indent="-228600" lvl="7" marL="3657600" algn="l">
              <a:spcBef>
                <a:spcPts val="1000"/>
              </a:spcBef>
              <a:spcAft>
                <a:spcPts val="0"/>
              </a:spcAft>
              <a:buSzPts val="1120"/>
              <a:buNone/>
              <a:defRPr sz="1400">
                <a:solidFill>
                  <a:srgbClr val="888888"/>
                </a:solidFill>
              </a:defRPr>
            </a:lvl8pPr>
            <a:lvl9pPr indent="-228600" lvl="8" marL="4114800" algn="l">
              <a:spcBef>
                <a:spcPts val="1000"/>
              </a:spcBef>
              <a:spcAft>
                <a:spcPts val="0"/>
              </a:spcAft>
              <a:buSzPts val="1120"/>
              <a:buNone/>
              <a:defRPr sz="1400">
                <a:solidFill>
                  <a:srgbClr val="888888"/>
                </a:solidFill>
              </a:defRPr>
            </a:lvl9pPr>
          </a:lstStyle>
          <a:p/>
        </p:txBody>
      </p:sp>
      <p:sp>
        <p:nvSpPr>
          <p:cNvPr id="128" name="Google Shape;128;p36"/>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9" name="Google Shape;129;p36"/>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0" name="Google Shape;130;p36"/>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31" name="Shape 131"/>
        <p:cNvGrpSpPr/>
        <p:nvPr/>
      </p:nvGrpSpPr>
      <p:grpSpPr>
        <a:xfrm>
          <a:off x="0" y="0"/>
          <a:ext cx="0" cy="0"/>
          <a:chOff x="0" y="0"/>
          <a:chExt cx="0" cy="0"/>
        </a:xfrm>
      </p:grpSpPr>
      <p:sp>
        <p:nvSpPr>
          <p:cNvPr id="132" name="Google Shape;132;p37"/>
          <p:cNvSpPr txBox="1"/>
          <p:nvPr>
            <p:ph type="title"/>
          </p:nvPr>
        </p:nvSpPr>
        <p:spPr>
          <a:xfrm>
            <a:off x="677334" y="609600"/>
            <a:ext cx="8596668" cy="1320800"/>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accen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3" name="Google Shape;133;p37"/>
          <p:cNvSpPr txBox="1"/>
          <p:nvPr>
            <p:ph idx="1" type="body"/>
          </p:nvPr>
        </p:nvSpPr>
        <p:spPr>
          <a:xfrm rot="5400000">
            <a:off x="3035281" y="-197358"/>
            <a:ext cx="3880773" cy="8596668"/>
          </a:xfrm>
          <a:prstGeom prst="rect">
            <a:avLst/>
          </a:prstGeom>
          <a:noFill/>
          <a:ln>
            <a:noFill/>
          </a:ln>
        </p:spPr>
        <p:txBody>
          <a:bodyPr anchorCtr="0" anchor="t" bIns="45700" lIns="91425" spcFirstLastPara="1" rIns="91425" wrap="square" tIns="45700">
            <a:normAutofit/>
          </a:bodyPr>
          <a:lstStyle>
            <a:lvl1pPr indent="-320040" lvl="0" marL="457200" algn="l">
              <a:spcBef>
                <a:spcPts val="1000"/>
              </a:spcBef>
              <a:spcAft>
                <a:spcPts val="0"/>
              </a:spcAft>
              <a:buSzPts val="1440"/>
              <a:buChar char="►"/>
              <a:defRPr/>
            </a:lvl1pPr>
            <a:lvl2pPr indent="-320040" lvl="1" marL="914400" algn="l">
              <a:spcBef>
                <a:spcPts val="1000"/>
              </a:spcBef>
              <a:spcAft>
                <a:spcPts val="0"/>
              </a:spcAft>
              <a:buSzPts val="1440"/>
              <a:buChar char="►"/>
              <a:defRPr/>
            </a:lvl2pPr>
            <a:lvl3pPr indent="-320039" lvl="2" marL="1371600" algn="l">
              <a:spcBef>
                <a:spcPts val="1000"/>
              </a:spcBef>
              <a:spcAft>
                <a:spcPts val="0"/>
              </a:spcAft>
              <a:buSzPts val="1440"/>
              <a:buChar char="►"/>
              <a:defRPr/>
            </a:lvl3pPr>
            <a:lvl4pPr indent="-320039" lvl="3" marL="1828800" algn="l">
              <a:spcBef>
                <a:spcPts val="1000"/>
              </a:spcBef>
              <a:spcAft>
                <a:spcPts val="0"/>
              </a:spcAft>
              <a:buSzPts val="1440"/>
              <a:buChar char="►"/>
              <a:defRPr/>
            </a:lvl4pPr>
            <a:lvl5pPr indent="-320039" lvl="4" marL="2286000" algn="l">
              <a:spcBef>
                <a:spcPts val="1000"/>
              </a:spcBef>
              <a:spcAft>
                <a:spcPts val="0"/>
              </a:spcAft>
              <a:buSzPts val="1440"/>
              <a:buChar char="►"/>
              <a:defRPr/>
            </a:lvl5pPr>
            <a:lvl6pPr indent="-320039" lvl="5" marL="2743200" algn="l">
              <a:spcBef>
                <a:spcPts val="1000"/>
              </a:spcBef>
              <a:spcAft>
                <a:spcPts val="0"/>
              </a:spcAft>
              <a:buSzPts val="1440"/>
              <a:buChar char="►"/>
              <a:defRPr/>
            </a:lvl6pPr>
            <a:lvl7pPr indent="-320039"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134" name="Google Shape;134;p37"/>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5" name="Google Shape;135;p37"/>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6" name="Google Shape;136;p37"/>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37" name="Shape 137"/>
        <p:cNvGrpSpPr/>
        <p:nvPr/>
      </p:nvGrpSpPr>
      <p:grpSpPr>
        <a:xfrm>
          <a:off x="0" y="0"/>
          <a:ext cx="0" cy="0"/>
          <a:chOff x="0" y="0"/>
          <a:chExt cx="0" cy="0"/>
        </a:xfrm>
      </p:grpSpPr>
      <p:sp>
        <p:nvSpPr>
          <p:cNvPr id="138" name="Google Shape;138;p38"/>
          <p:cNvSpPr txBox="1"/>
          <p:nvPr>
            <p:ph type="title"/>
          </p:nvPr>
        </p:nvSpPr>
        <p:spPr>
          <a:xfrm rot="5400000">
            <a:off x="5994319" y="2582953"/>
            <a:ext cx="5251451" cy="1304743"/>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accen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9" name="Google Shape;139;p38"/>
          <p:cNvSpPr txBox="1"/>
          <p:nvPr>
            <p:ph idx="1" type="body"/>
          </p:nvPr>
        </p:nvSpPr>
        <p:spPr>
          <a:xfrm rot="5400000">
            <a:off x="1581685" y="-294750"/>
            <a:ext cx="5251450" cy="7060150"/>
          </a:xfrm>
          <a:prstGeom prst="rect">
            <a:avLst/>
          </a:prstGeom>
          <a:noFill/>
          <a:ln>
            <a:noFill/>
          </a:ln>
        </p:spPr>
        <p:txBody>
          <a:bodyPr anchorCtr="0" anchor="t" bIns="45700" lIns="91425" spcFirstLastPara="1" rIns="91425" wrap="square" tIns="45700">
            <a:normAutofit/>
          </a:bodyPr>
          <a:lstStyle>
            <a:lvl1pPr indent="-320040" lvl="0" marL="457200" algn="l">
              <a:spcBef>
                <a:spcPts val="1000"/>
              </a:spcBef>
              <a:spcAft>
                <a:spcPts val="0"/>
              </a:spcAft>
              <a:buSzPts val="1440"/>
              <a:buChar char="►"/>
              <a:defRPr/>
            </a:lvl1pPr>
            <a:lvl2pPr indent="-320040" lvl="1" marL="914400" algn="l">
              <a:spcBef>
                <a:spcPts val="1000"/>
              </a:spcBef>
              <a:spcAft>
                <a:spcPts val="0"/>
              </a:spcAft>
              <a:buSzPts val="1440"/>
              <a:buChar char="►"/>
              <a:defRPr/>
            </a:lvl2pPr>
            <a:lvl3pPr indent="-320039" lvl="2" marL="1371600" algn="l">
              <a:spcBef>
                <a:spcPts val="1000"/>
              </a:spcBef>
              <a:spcAft>
                <a:spcPts val="0"/>
              </a:spcAft>
              <a:buSzPts val="1440"/>
              <a:buChar char="►"/>
              <a:defRPr/>
            </a:lvl3pPr>
            <a:lvl4pPr indent="-320039" lvl="3" marL="1828800" algn="l">
              <a:spcBef>
                <a:spcPts val="1000"/>
              </a:spcBef>
              <a:spcAft>
                <a:spcPts val="0"/>
              </a:spcAft>
              <a:buSzPts val="1440"/>
              <a:buChar char="►"/>
              <a:defRPr/>
            </a:lvl4pPr>
            <a:lvl5pPr indent="-320039" lvl="4" marL="2286000" algn="l">
              <a:spcBef>
                <a:spcPts val="1000"/>
              </a:spcBef>
              <a:spcAft>
                <a:spcPts val="0"/>
              </a:spcAft>
              <a:buSzPts val="1440"/>
              <a:buChar char="►"/>
              <a:defRPr/>
            </a:lvl5pPr>
            <a:lvl6pPr indent="-320039" lvl="5" marL="2743200" algn="l">
              <a:spcBef>
                <a:spcPts val="1000"/>
              </a:spcBef>
              <a:spcAft>
                <a:spcPts val="0"/>
              </a:spcAft>
              <a:buSzPts val="1440"/>
              <a:buChar char="►"/>
              <a:defRPr/>
            </a:lvl6pPr>
            <a:lvl7pPr indent="-320039"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140" name="Google Shape;140;p38"/>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1" name="Google Shape;141;p38"/>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2" name="Google Shape;142;p38"/>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theme" Target="../theme/theme1.xml"/><Relationship Id="rId16" Type="http://schemas.openxmlformats.org/officeDocument/2006/relationships/slideLayout" Target="../slideLayouts/slideLayout16.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grpSp>
        <p:nvGrpSpPr>
          <p:cNvPr id="10" name="Google Shape;10;p22"/>
          <p:cNvGrpSpPr/>
          <p:nvPr/>
        </p:nvGrpSpPr>
        <p:grpSpPr>
          <a:xfrm>
            <a:off x="0" y="-8467"/>
            <a:ext cx="12192000" cy="6866467"/>
            <a:chOff x="0" y="-8467"/>
            <a:chExt cx="12192000" cy="6866467"/>
          </a:xfrm>
        </p:grpSpPr>
        <p:cxnSp>
          <p:nvCxnSpPr>
            <p:cNvPr id="11" name="Google Shape;11;p22"/>
            <p:cNvCxnSpPr/>
            <p:nvPr/>
          </p:nvCxnSpPr>
          <p:spPr>
            <a:xfrm>
              <a:off x="9371012" y="0"/>
              <a:ext cx="1219200" cy="6858000"/>
            </a:xfrm>
            <a:prstGeom prst="straightConnector1">
              <a:avLst/>
            </a:prstGeom>
            <a:noFill/>
            <a:ln cap="flat" cmpd="sng" w="9525">
              <a:solidFill>
                <a:srgbClr val="BFBFBF"/>
              </a:solidFill>
              <a:prstDash val="solid"/>
              <a:round/>
              <a:headEnd len="sm" w="sm" type="none"/>
              <a:tailEnd len="sm" w="sm" type="none"/>
            </a:ln>
          </p:spPr>
        </p:cxnSp>
        <p:cxnSp>
          <p:nvCxnSpPr>
            <p:cNvPr id="12" name="Google Shape;12;p22"/>
            <p:cNvCxnSpPr/>
            <p:nvPr/>
          </p:nvCxnSpPr>
          <p:spPr>
            <a:xfrm flipH="1">
              <a:off x="7425267" y="3681413"/>
              <a:ext cx="4763558" cy="3176587"/>
            </a:xfrm>
            <a:prstGeom prst="straightConnector1">
              <a:avLst/>
            </a:prstGeom>
            <a:noFill/>
            <a:ln cap="flat" cmpd="sng" w="9525">
              <a:solidFill>
                <a:srgbClr val="D8D8D8"/>
              </a:solidFill>
              <a:prstDash val="solid"/>
              <a:round/>
              <a:headEnd len="sm" w="sm" type="none"/>
              <a:tailEnd len="sm" w="sm" type="none"/>
            </a:ln>
          </p:spPr>
        </p:cxnSp>
        <p:sp>
          <p:nvSpPr>
            <p:cNvPr id="13" name="Google Shape;13;p22"/>
            <p:cNvSpPr/>
            <p:nvPr/>
          </p:nvSpPr>
          <p:spPr>
            <a:xfrm>
              <a:off x="9181476" y="-8467"/>
              <a:ext cx="3007349" cy="6866467"/>
            </a:xfrm>
            <a:custGeom>
              <a:rect b="b" l="l" r="r" t="t"/>
              <a:pathLst>
                <a:path extrusionOk="0" h="6866467" w="3007349">
                  <a:moveTo>
                    <a:pt x="2045532" y="0"/>
                  </a:moveTo>
                  <a:lnTo>
                    <a:pt x="3007349" y="0"/>
                  </a:lnTo>
                  <a:lnTo>
                    <a:pt x="3007349" y="6866467"/>
                  </a:lnTo>
                  <a:lnTo>
                    <a:pt x="0" y="6866467"/>
                  </a:lnTo>
                  <a:lnTo>
                    <a:pt x="2045532" y="0"/>
                  </a:lnTo>
                  <a:close/>
                </a:path>
              </a:pathLst>
            </a:custGeom>
            <a:solidFill>
              <a:schemeClr val="accent1">
                <a:alpha val="29803"/>
              </a:schemeClr>
            </a:solidFill>
            <a:ln>
              <a:noFill/>
            </a:ln>
          </p:spPr>
        </p:sp>
        <p:sp>
          <p:nvSpPr>
            <p:cNvPr id="14" name="Google Shape;14;p22"/>
            <p:cNvSpPr/>
            <p:nvPr/>
          </p:nvSpPr>
          <p:spPr>
            <a:xfrm>
              <a:off x="9603442" y="-8467"/>
              <a:ext cx="2588558" cy="6866467"/>
            </a:xfrm>
            <a:custGeom>
              <a:rect b="b" l="l" r="r" t="t"/>
              <a:pathLst>
                <a:path extrusionOk="0"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p:spPr>
        </p:sp>
        <p:sp>
          <p:nvSpPr>
            <p:cNvPr id="15" name="Google Shape;15;p22"/>
            <p:cNvSpPr/>
            <p:nvPr/>
          </p:nvSpPr>
          <p:spPr>
            <a:xfrm>
              <a:off x="8932333" y="3048000"/>
              <a:ext cx="3259667" cy="3810000"/>
            </a:xfrm>
            <a:prstGeom prst="triangle">
              <a:avLst>
                <a:gd fmla="val 100000" name="adj"/>
              </a:avLst>
            </a:prstGeom>
            <a:solidFill>
              <a:schemeClr val="accent2">
                <a:alpha val="71764"/>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22"/>
            <p:cNvSpPr/>
            <p:nvPr/>
          </p:nvSpPr>
          <p:spPr>
            <a:xfrm>
              <a:off x="9334500" y="-8467"/>
              <a:ext cx="2854326" cy="6866467"/>
            </a:xfrm>
            <a:custGeom>
              <a:rect b="b" l="l" r="r" t="t"/>
              <a:pathLst>
                <a:path extrusionOk="0" h="6866467" w="2858013">
                  <a:moveTo>
                    <a:pt x="0" y="0"/>
                  </a:moveTo>
                  <a:lnTo>
                    <a:pt x="2858013" y="0"/>
                  </a:lnTo>
                  <a:lnTo>
                    <a:pt x="2858013" y="6866467"/>
                  </a:lnTo>
                  <a:lnTo>
                    <a:pt x="2473942" y="6866467"/>
                  </a:lnTo>
                  <a:lnTo>
                    <a:pt x="0" y="0"/>
                  </a:lnTo>
                  <a:close/>
                </a:path>
              </a:pathLst>
            </a:custGeom>
            <a:solidFill>
              <a:srgbClr val="DD7E0E">
                <a:alpha val="69803"/>
              </a:srgbClr>
            </a:solidFill>
            <a:ln>
              <a:noFill/>
            </a:ln>
          </p:spPr>
        </p:sp>
        <p:sp>
          <p:nvSpPr>
            <p:cNvPr id="17" name="Google Shape;17;p22"/>
            <p:cNvSpPr/>
            <p:nvPr/>
          </p:nvSpPr>
          <p:spPr>
            <a:xfrm>
              <a:off x="10898730" y="-8467"/>
              <a:ext cx="1290094" cy="6866467"/>
            </a:xfrm>
            <a:custGeom>
              <a:rect b="b" l="l" r="r" t="t"/>
              <a:pathLst>
                <a:path extrusionOk="0" h="6858000" w="1290094">
                  <a:moveTo>
                    <a:pt x="1019735" y="0"/>
                  </a:moveTo>
                  <a:lnTo>
                    <a:pt x="1290094" y="0"/>
                  </a:lnTo>
                  <a:lnTo>
                    <a:pt x="1290094" y="6858000"/>
                  </a:lnTo>
                  <a:lnTo>
                    <a:pt x="0" y="6858000"/>
                  </a:lnTo>
                  <a:lnTo>
                    <a:pt x="1019735" y="0"/>
                  </a:lnTo>
                  <a:close/>
                </a:path>
              </a:pathLst>
            </a:custGeom>
            <a:solidFill>
              <a:srgbClr val="C8D2BC">
                <a:alpha val="69803"/>
              </a:srgbClr>
            </a:solidFill>
            <a:ln>
              <a:noFill/>
            </a:ln>
          </p:spPr>
        </p:sp>
        <p:sp>
          <p:nvSpPr>
            <p:cNvPr id="18" name="Google Shape;18;p22"/>
            <p:cNvSpPr/>
            <p:nvPr/>
          </p:nvSpPr>
          <p:spPr>
            <a:xfrm>
              <a:off x="10938999" y="-8467"/>
              <a:ext cx="1249825" cy="6866467"/>
            </a:xfrm>
            <a:custGeom>
              <a:rect b="b" l="l" r="r" t="t"/>
              <a:pathLst>
                <a:path extrusionOk="0" h="6858000" w="1249825">
                  <a:moveTo>
                    <a:pt x="0" y="0"/>
                  </a:moveTo>
                  <a:lnTo>
                    <a:pt x="1249825" y="0"/>
                  </a:lnTo>
                  <a:lnTo>
                    <a:pt x="1249825" y="6858000"/>
                  </a:lnTo>
                  <a:lnTo>
                    <a:pt x="1109382" y="6858000"/>
                  </a:lnTo>
                  <a:lnTo>
                    <a:pt x="0" y="0"/>
                  </a:lnTo>
                  <a:close/>
                </a:path>
              </a:pathLst>
            </a:custGeom>
            <a:solidFill>
              <a:schemeClr val="accent1">
                <a:alpha val="64705"/>
              </a:schemeClr>
            </a:solidFill>
            <a:ln>
              <a:noFill/>
            </a:ln>
          </p:spPr>
        </p:sp>
        <p:sp>
          <p:nvSpPr>
            <p:cNvPr id="19" name="Google Shape;19;p22"/>
            <p:cNvSpPr/>
            <p:nvPr/>
          </p:nvSpPr>
          <p:spPr>
            <a:xfrm>
              <a:off x="10371666" y="3589867"/>
              <a:ext cx="1817159" cy="3268133"/>
            </a:xfrm>
            <a:prstGeom prst="triangle">
              <a:avLst>
                <a:gd fmla="val 100000" name="adj"/>
              </a:avLst>
            </a:prstGeom>
            <a:solidFill>
              <a:schemeClr val="accent1">
                <a:alpha val="8000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22"/>
            <p:cNvSpPr/>
            <p:nvPr/>
          </p:nvSpPr>
          <p:spPr>
            <a:xfrm>
              <a:off x="0" y="4013200"/>
              <a:ext cx="448733" cy="2844800"/>
            </a:xfrm>
            <a:prstGeom prst="triangle">
              <a:avLst>
                <a:gd fmla="val 0" name="adj"/>
              </a:avLst>
            </a:prstGeom>
            <a:solidFill>
              <a:schemeClr val="accent1">
                <a:alpha val="84705"/>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1" name="Google Shape;21;p22"/>
          <p:cNvSpPr txBox="1"/>
          <p:nvPr>
            <p:ph type="title"/>
          </p:nvPr>
        </p:nvSpPr>
        <p:spPr>
          <a:xfrm>
            <a:off x="677334" y="609600"/>
            <a:ext cx="8596668" cy="1320800"/>
          </a:xfrm>
          <a:prstGeom prst="rect">
            <a:avLst/>
          </a:prstGeom>
          <a:noFill/>
          <a:ln>
            <a:noFill/>
          </a:ln>
        </p:spPr>
        <p:txBody>
          <a:bodyPr anchorCtr="0" anchor="t" bIns="45700" lIns="91425" spcFirstLastPara="1" rIns="91425" wrap="square" tIns="45700">
            <a:normAutofit/>
          </a:bodyPr>
          <a:lstStyle>
            <a:lvl1pPr lvl="0" marR="0" rtl="0" algn="l">
              <a:spcBef>
                <a:spcPts val="0"/>
              </a:spcBef>
              <a:spcAft>
                <a:spcPts val="0"/>
              </a:spcAft>
              <a:buClr>
                <a:schemeClr val="accent1"/>
              </a:buClr>
              <a:buSzPts val="3600"/>
              <a:buFont typeface="Trebuchet MS"/>
              <a:buNone/>
              <a:defRPr b="0" i="0" sz="3600" u="none" cap="none" strike="noStrike">
                <a:solidFill>
                  <a:schemeClr val="accent1"/>
                </a:solidFill>
                <a:latin typeface="Trebuchet MS"/>
                <a:ea typeface="Trebuchet MS"/>
                <a:cs typeface="Trebuchet MS"/>
                <a:sym typeface="Trebuchet MS"/>
              </a:defRPr>
            </a:lvl1pPr>
            <a:lvl2pPr lvl="1" marR="0" rtl="0" algn="l">
              <a:spcBef>
                <a:spcPts val="0"/>
              </a:spcBef>
              <a:spcAft>
                <a:spcPts val="0"/>
              </a:spcAft>
              <a:buSzPts val="1400"/>
              <a:buNone/>
              <a:defRPr b="0" i="0" sz="1800" u="none" cap="none" strike="noStrike">
                <a:solidFill>
                  <a:schemeClr val="dk2"/>
                </a:solidFill>
              </a:defRPr>
            </a:lvl2pPr>
            <a:lvl3pPr lvl="2" marR="0" rtl="0" algn="l">
              <a:spcBef>
                <a:spcPts val="0"/>
              </a:spcBef>
              <a:spcAft>
                <a:spcPts val="0"/>
              </a:spcAft>
              <a:buSzPts val="1400"/>
              <a:buNone/>
              <a:defRPr b="0" i="0" sz="1800" u="none" cap="none" strike="noStrike">
                <a:solidFill>
                  <a:schemeClr val="dk2"/>
                </a:solidFill>
              </a:defRPr>
            </a:lvl3pPr>
            <a:lvl4pPr lvl="3" marR="0" rtl="0" algn="l">
              <a:spcBef>
                <a:spcPts val="0"/>
              </a:spcBef>
              <a:spcAft>
                <a:spcPts val="0"/>
              </a:spcAft>
              <a:buSzPts val="1400"/>
              <a:buNone/>
              <a:defRPr b="0" i="0" sz="1800" u="none" cap="none" strike="noStrike">
                <a:solidFill>
                  <a:schemeClr val="dk2"/>
                </a:solidFill>
              </a:defRPr>
            </a:lvl4pPr>
            <a:lvl5pPr lvl="4" marR="0" rtl="0" algn="l">
              <a:spcBef>
                <a:spcPts val="0"/>
              </a:spcBef>
              <a:spcAft>
                <a:spcPts val="0"/>
              </a:spcAft>
              <a:buSzPts val="1400"/>
              <a:buNone/>
              <a:defRPr b="0" i="0" sz="1800" u="none" cap="none" strike="noStrike">
                <a:solidFill>
                  <a:schemeClr val="dk2"/>
                </a:solidFill>
              </a:defRPr>
            </a:lvl5pPr>
            <a:lvl6pPr lvl="5" marR="0" rtl="0" algn="l">
              <a:spcBef>
                <a:spcPts val="0"/>
              </a:spcBef>
              <a:spcAft>
                <a:spcPts val="0"/>
              </a:spcAft>
              <a:buSzPts val="1400"/>
              <a:buNone/>
              <a:defRPr b="0" i="0" sz="1800" u="none" cap="none" strike="noStrike">
                <a:solidFill>
                  <a:schemeClr val="dk2"/>
                </a:solidFill>
              </a:defRPr>
            </a:lvl6pPr>
            <a:lvl7pPr lvl="6" marR="0" rtl="0" algn="l">
              <a:spcBef>
                <a:spcPts val="0"/>
              </a:spcBef>
              <a:spcAft>
                <a:spcPts val="0"/>
              </a:spcAft>
              <a:buSzPts val="1400"/>
              <a:buNone/>
              <a:defRPr b="0" i="0" sz="1800" u="none" cap="none" strike="noStrike">
                <a:solidFill>
                  <a:schemeClr val="dk2"/>
                </a:solidFill>
              </a:defRPr>
            </a:lvl7pPr>
            <a:lvl8pPr lvl="7" marR="0" rtl="0" algn="l">
              <a:spcBef>
                <a:spcPts val="0"/>
              </a:spcBef>
              <a:spcAft>
                <a:spcPts val="0"/>
              </a:spcAft>
              <a:buSzPts val="1400"/>
              <a:buNone/>
              <a:defRPr b="0" i="0" sz="1800" u="none" cap="none" strike="noStrike">
                <a:solidFill>
                  <a:schemeClr val="dk2"/>
                </a:solidFill>
              </a:defRPr>
            </a:lvl8pPr>
            <a:lvl9pPr lvl="8" marR="0" rtl="0" algn="l">
              <a:spcBef>
                <a:spcPts val="0"/>
              </a:spcBef>
              <a:spcAft>
                <a:spcPts val="0"/>
              </a:spcAft>
              <a:buSzPts val="1400"/>
              <a:buNone/>
              <a:defRPr b="0" i="0" sz="1800" u="none" cap="none" strike="noStrike">
                <a:solidFill>
                  <a:schemeClr val="dk2"/>
                </a:solidFill>
              </a:defRPr>
            </a:lvl9pPr>
          </a:lstStyle>
          <a:p/>
        </p:txBody>
      </p:sp>
      <p:sp>
        <p:nvSpPr>
          <p:cNvPr id="22" name="Google Shape;22;p22"/>
          <p:cNvSpPr txBox="1"/>
          <p:nvPr>
            <p:ph idx="1" type="body"/>
          </p:nvPr>
        </p:nvSpPr>
        <p:spPr>
          <a:xfrm>
            <a:off x="677334" y="2160589"/>
            <a:ext cx="8596668" cy="3880773"/>
          </a:xfrm>
          <a:prstGeom prst="rect">
            <a:avLst/>
          </a:prstGeom>
          <a:noFill/>
          <a:ln>
            <a:noFill/>
          </a:ln>
        </p:spPr>
        <p:txBody>
          <a:bodyPr anchorCtr="0" anchor="t" bIns="45700" lIns="91425" spcFirstLastPara="1" rIns="91425" wrap="square" tIns="45700">
            <a:normAutofit/>
          </a:bodyPr>
          <a:lstStyle>
            <a:lvl1pPr indent="-320040" lvl="0" marL="457200" marR="0" rtl="0" algn="l">
              <a:spcBef>
                <a:spcPts val="1000"/>
              </a:spcBef>
              <a:spcAft>
                <a:spcPts val="0"/>
              </a:spcAft>
              <a:buClr>
                <a:schemeClr val="accent1"/>
              </a:buClr>
              <a:buSzPts val="1440"/>
              <a:buFont typeface="Noto Sans Symbols"/>
              <a:buChar char="►"/>
              <a:defRPr b="0" i="0" sz="1800" u="none" cap="none" strike="noStrike">
                <a:solidFill>
                  <a:srgbClr val="3F3F3F"/>
                </a:solidFill>
                <a:latin typeface="Trebuchet MS"/>
                <a:ea typeface="Trebuchet MS"/>
                <a:cs typeface="Trebuchet MS"/>
                <a:sym typeface="Trebuchet MS"/>
              </a:defRPr>
            </a:lvl1pPr>
            <a:lvl2pPr indent="-309880" lvl="1" marL="914400" marR="0" rtl="0" algn="l">
              <a:spcBef>
                <a:spcPts val="1000"/>
              </a:spcBef>
              <a:spcAft>
                <a:spcPts val="0"/>
              </a:spcAft>
              <a:buClr>
                <a:schemeClr val="accent1"/>
              </a:buClr>
              <a:buSzPts val="1280"/>
              <a:buFont typeface="Noto Sans Symbols"/>
              <a:buChar char="►"/>
              <a:defRPr b="0" i="0" sz="1600" u="none" cap="none" strike="noStrike">
                <a:solidFill>
                  <a:srgbClr val="3F3F3F"/>
                </a:solidFill>
                <a:latin typeface="Trebuchet MS"/>
                <a:ea typeface="Trebuchet MS"/>
                <a:cs typeface="Trebuchet MS"/>
                <a:sym typeface="Trebuchet MS"/>
              </a:defRPr>
            </a:lvl2pPr>
            <a:lvl3pPr indent="-299719" lvl="2" marL="1371600" marR="0" rtl="0" algn="l">
              <a:spcBef>
                <a:spcPts val="1000"/>
              </a:spcBef>
              <a:spcAft>
                <a:spcPts val="0"/>
              </a:spcAft>
              <a:buClr>
                <a:schemeClr val="accent1"/>
              </a:buClr>
              <a:buSzPts val="1120"/>
              <a:buFont typeface="Noto Sans Symbols"/>
              <a:buChar char="►"/>
              <a:defRPr b="0" i="0" sz="1400" u="none" cap="none" strike="noStrike">
                <a:solidFill>
                  <a:srgbClr val="3F3F3F"/>
                </a:solidFill>
                <a:latin typeface="Trebuchet MS"/>
                <a:ea typeface="Trebuchet MS"/>
                <a:cs typeface="Trebuchet MS"/>
                <a:sym typeface="Trebuchet MS"/>
              </a:defRPr>
            </a:lvl3pPr>
            <a:lvl4pPr indent="-289560" lvl="3" marL="1828800" marR="0" rtl="0" algn="l">
              <a:spcBef>
                <a:spcPts val="1000"/>
              </a:spcBef>
              <a:spcAft>
                <a:spcPts val="0"/>
              </a:spcAft>
              <a:buClr>
                <a:schemeClr val="accent1"/>
              </a:buClr>
              <a:buSzPts val="960"/>
              <a:buFont typeface="Noto Sans Symbols"/>
              <a:buChar char="►"/>
              <a:defRPr b="0" i="0" sz="1200" u="none" cap="none" strike="noStrike">
                <a:solidFill>
                  <a:srgbClr val="3F3F3F"/>
                </a:solidFill>
                <a:latin typeface="Trebuchet MS"/>
                <a:ea typeface="Trebuchet MS"/>
                <a:cs typeface="Trebuchet MS"/>
                <a:sym typeface="Trebuchet MS"/>
              </a:defRPr>
            </a:lvl4pPr>
            <a:lvl5pPr indent="-289560" lvl="4" marL="2286000" marR="0" rtl="0" algn="l">
              <a:spcBef>
                <a:spcPts val="1000"/>
              </a:spcBef>
              <a:spcAft>
                <a:spcPts val="0"/>
              </a:spcAft>
              <a:buClr>
                <a:schemeClr val="accent1"/>
              </a:buClr>
              <a:buSzPts val="960"/>
              <a:buFont typeface="Noto Sans Symbols"/>
              <a:buChar char="►"/>
              <a:defRPr b="0" i="0" sz="1200" u="none" cap="none" strike="noStrike">
                <a:solidFill>
                  <a:srgbClr val="3F3F3F"/>
                </a:solidFill>
                <a:latin typeface="Trebuchet MS"/>
                <a:ea typeface="Trebuchet MS"/>
                <a:cs typeface="Trebuchet MS"/>
                <a:sym typeface="Trebuchet MS"/>
              </a:defRPr>
            </a:lvl5pPr>
            <a:lvl6pPr indent="-289560" lvl="5" marL="2743200" marR="0" rtl="0" algn="l">
              <a:spcBef>
                <a:spcPts val="1000"/>
              </a:spcBef>
              <a:spcAft>
                <a:spcPts val="0"/>
              </a:spcAft>
              <a:buClr>
                <a:schemeClr val="accent1"/>
              </a:buClr>
              <a:buSzPts val="960"/>
              <a:buFont typeface="Noto Sans Symbols"/>
              <a:buChar char="►"/>
              <a:defRPr b="0" i="0" sz="1200" u="none" cap="none" strike="noStrike">
                <a:solidFill>
                  <a:srgbClr val="3F3F3F"/>
                </a:solidFill>
                <a:latin typeface="Trebuchet MS"/>
                <a:ea typeface="Trebuchet MS"/>
                <a:cs typeface="Trebuchet MS"/>
                <a:sym typeface="Trebuchet MS"/>
              </a:defRPr>
            </a:lvl6pPr>
            <a:lvl7pPr indent="-289560" lvl="6" marL="3200400" marR="0" rtl="0" algn="l">
              <a:spcBef>
                <a:spcPts val="1000"/>
              </a:spcBef>
              <a:spcAft>
                <a:spcPts val="0"/>
              </a:spcAft>
              <a:buClr>
                <a:schemeClr val="accent1"/>
              </a:buClr>
              <a:buSzPts val="960"/>
              <a:buFont typeface="Noto Sans Symbols"/>
              <a:buChar char="►"/>
              <a:defRPr b="0" i="0" sz="1200" u="none" cap="none" strike="noStrike">
                <a:solidFill>
                  <a:srgbClr val="3F3F3F"/>
                </a:solidFill>
                <a:latin typeface="Trebuchet MS"/>
                <a:ea typeface="Trebuchet MS"/>
                <a:cs typeface="Trebuchet MS"/>
                <a:sym typeface="Trebuchet MS"/>
              </a:defRPr>
            </a:lvl7pPr>
            <a:lvl8pPr indent="-289559" lvl="7" marL="3657600" marR="0" rtl="0" algn="l">
              <a:spcBef>
                <a:spcPts val="1000"/>
              </a:spcBef>
              <a:spcAft>
                <a:spcPts val="0"/>
              </a:spcAft>
              <a:buClr>
                <a:schemeClr val="accent1"/>
              </a:buClr>
              <a:buSzPts val="960"/>
              <a:buFont typeface="Noto Sans Symbols"/>
              <a:buChar char="►"/>
              <a:defRPr b="0" i="0" sz="1200" u="none" cap="none" strike="noStrike">
                <a:solidFill>
                  <a:srgbClr val="3F3F3F"/>
                </a:solidFill>
                <a:latin typeface="Trebuchet MS"/>
                <a:ea typeface="Trebuchet MS"/>
                <a:cs typeface="Trebuchet MS"/>
                <a:sym typeface="Trebuchet MS"/>
              </a:defRPr>
            </a:lvl8pPr>
            <a:lvl9pPr indent="-289559" lvl="8" marL="4114800" marR="0" rtl="0" algn="l">
              <a:spcBef>
                <a:spcPts val="1000"/>
              </a:spcBef>
              <a:spcAft>
                <a:spcPts val="0"/>
              </a:spcAft>
              <a:buClr>
                <a:schemeClr val="accent1"/>
              </a:buClr>
              <a:buSzPts val="960"/>
              <a:buFont typeface="Noto Sans Symbols"/>
              <a:buChar char="►"/>
              <a:defRPr b="0" i="0" sz="1200" u="none" cap="none" strike="noStrike">
                <a:solidFill>
                  <a:srgbClr val="3F3F3F"/>
                </a:solidFill>
                <a:latin typeface="Trebuchet MS"/>
                <a:ea typeface="Trebuchet MS"/>
                <a:cs typeface="Trebuchet MS"/>
                <a:sym typeface="Trebuchet MS"/>
              </a:defRPr>
            </a:lvl9pPr>
          </a:lstStyle>
          <a:p/>
        </p:txBody>
      </p:sp>
      <p:sp>
        <p:nvSpPr>
          <p:cNvPr id="23" name="Google Shape;23;p22"/>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900" u="none" cap="none" strike="noStrike">
                <a:solidFill>
                  <a:srgbClr val="888888"/>
                </a:solidFill>
                <a:latin typeface="Trebuchet MS"/>
                <a:ea typeface="Trebuchet MS"/>
                <a:cs typeface="Trebuchet MS"/>
                <a:sym typeface="Trebuchet MS"/>
              </a:defRPr>
            </a:lvl1pPr>
            <a:lvl2pPr lvl="1"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2pPr>
            <a:lvl3pPr lvl="2"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3pPr>
            <a:lvl4pPr lvl="3"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4pPr>
            <a:lvl5pPr lvl="4"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5pPr>
            <a:lvl6pPr lvl="5"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6pPr>
            <a:lvl7pPr lvl="6"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7pPr>
            <a:lvl8pPr lvl="7"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8pPr>
            <a:lvl9pPr lvl="8"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9pPr>
          </a:lstStyle>
          <a:p/>
        </p:txBody>
      </p:sp>
      <p:sp>
        <p:nvSpPr>
          <p:cNvPr id="24" name="Google Shape;24;p22"/>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900" u="none" cap="none" strike="noStrike">
                <a:solidFill>
                  <a:srgbClr val="888888"/>
                </a:solidFill>
                <a:latin typeface="Trebuchet MS"/>
                <a:ea typeface="Trebuchet MS"/>
                <a:cs typeface="Trebuchet MS"/>
                <a:sym typeface="Trebuchet MS"/>
              </a:defRPr>
            </a:lvl1pPr>
            <a:lvl2pPr lvl="1"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2pPr>
            <a:lvl3pPr lvl="2"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3pPr>
            <a:lvl4pPr lvl="3"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4pPr>
            <a:lvl5pPr lvl="4"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5pPr>
            <a:lvl6pPr lvl="5"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6pPr>
            <a:lvl7pPr lvl="6"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7pPr>
            <a:lvl8pPr lvl="7"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8pPr>
            <a:lvl9pPr lvl="8"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9pPr>
          </a:lstStyle>
          <a:p/>
        </p:txBody>
      </p:sp>
      <p:sp>
        <p:nvSpPr>
          <p:cNvPr id="25" name="Google Shape;25;p22"/>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900" u="none" cap="none" strike="noStrike">
                <a:solidFill>
                  <a:schemeClr val="accent1"/>
                </a:solidFill>
                <a:latin typeface="Trebuchet MS"/>
                <a:ea typeface="Trebuchet MS"/>
                <a:cs typeface="Trebuchet MS"/>
                <a:sym typeface="Trebuchet MS"/>
              </a:defRPr>
            </a:lvl1pPr>
            <a:lvl2pPr indent="0" lvl="1" marL="0" marR="0" rtl="0" algn="r">
              <a:spcBef>
                <a:spcPts val="0"/>
              </a:spcBef>
              <a:buNone/>
              <a:defRPr b="0" i="0" sz="900" u="none" cap="none" strike="noStrike">
                <a:solidFill>
                  <a:schemeClr val="accent1"/>
                </a:solidFill>
                <a:latin typeface="Trebuchet MS"/>
                <a:ea typeface="Trebuchet MS"/>
                <a:cs typeface="Trebuchet MS"/>
                <a:sym typeface="Trebuchet MS"/>
              </a:defRPr>
            </a:lvl2pPr>
            <a:lvl3pPr indent="0" lvl="2" marL="0" marR="0" rtl="0" algn="r">
              <a:spcBef>
                <a:spcPts val="0"/>
              </a:spcBef>
              <a:buNone/>
              <a:defRPr b="0" i="0" sz="900" u="none" cap="none" strike="noStrike">
                <a:solidFill>
                  <a:schemeClr val="accent1"/>
                </a:solidFill>
                <a:latin typeface="Trebuchet MS"/>
                <a:ea typeface="Trebuchet MS"/>
                <a:cs typeface="Trebuchet MS"/>
                <a:sym typeface="Trebuchet MS"/>
              </a:defRPr>
            </a:lvl3pPr>
            <a:lvl4pPr indent="0" lvl="3" marL="0" marR="0" rtl="0" algn="r">
              <a:spcBef>
                <a:spcPts val="0"/>
              </a:spcBef>
              <a:buNone/>
              <a:defRPr b="0" i="0" sz="900" u="none" cap="none" strike="noStrike">
                <a:solidFill>
                  <a:schemeClr val="accent1"/>
                </a:solidFill>
                <a:latin typeface="Trebuchet MS"/>
                <a:ea typeface="Trebuchet MS"/>
                <a:cs typeface="Trebuchet MS"/>
                <a:sym typeface="Trebuchet MS"/>
              </a:defRPr>
            </a:lvl4pPr>
            <a:lvl5pPr indent="0" lvl="4" marL="0" marR="0" rtl="0" algn="r">
              <a:spcBef>
                <a:spcPts val="0"/>
              </a:spcBef>
              <a:buNone/>
              <a:defRPr b="0" i="0" sz="900" u="none" cap="none" strike="noStrike">
                <a:solidFill>
                  <a:schemeClr val="accent1"/>
                </a:solidFill>
                <a:latin typeface="Trebuchet MS"/>
                <a:ea typeface="Trebuchet MS"/>
                <a:cs typeface="Trebuchet MS"/>
                <a:sym typeface="Trebuchet MS"/>
              </a:defRPr>
            </a:lvl5pPr>
            <a:lvl6pPr indent="0" lvl="5" marL="0" marR="0" rtl="0" algn="r">
              <a:spcBef>
                <a:spcPts val="0"/>
              </a:spcBef>
              <a:buNone/>
              <a:defRPr b="0" i="0" sz="900" u="none" cap="none" strike="noStrike">
                <a:solidFill>
                  <a:schemeClr val="accent1"/>
                </a:solidFill>
                <a:latin typeface="Trebuchet MS"/>
                <a:ea typeface="Trebuchet MS"/>
                <a:cs typeface="Trebuchet MS"/>
                <a:sym typeface="Trebuchet MS"/>
              </a:defRPr>
            </a:lvl6pPr>
            <a:lvl7pPr indent="0" lvl="6" marL="0" marR="0" rtl="0" algn="r">
              <a:spcBef>
                <a:spcPts val="0"/>
              </a:spcBef>
              <a:buNone/>
              <a:defRPr b="0" i="0" sz="900" u="none" cap="none" strike="noStrike">
                <a:solidFill>
                  <a:schemeClr val="accent1"/>
                </a:solidFill>
                <a:latin typeface="Trebuchet MS"/>
                <a:ea typeface="Trebuchet MS"/>
                <a:cs typeface="Trebuchet MS"/>
                <a:sym typeface="Trebuchet MS"/>
              </a:defRPr>
            </a:lvl7pPr>
            <a:lvl8pPr indent="0" lvl="7" marL="0" marR="0" rtl="0" algn="r">
              <a:spcBef>
                <a:spcPts val="0"/>
              </a:spcBef>
              <a:buNone/>
              <a:defRPr b="0" i="0" sz="900" u="none" cap="none" strike="noStrike">
                <a:solidFill>
                  <a:schemeClr val="accent1"/>
                </a:solidFill>
                <a:latin typeface="Trebuchet MS"/>
                <a:ea typeface="Trebuchet MS"/>
                <a:cs typeface="Trebuchet MS"/>
                <a:sym typeface="Trebuchet MS"/>
              </a:defRPr>
            </a:lvl8pPr>
            <a:lvl9pPr indent="0" lvl="8" marL="0" marR="0" rtl="0" algn="r">
              <a:spcBef>
                <a:spcPts val="0"/>
              </a:spcBef>
              <a:buNone/>
              <a:defRPr b="0" i="0" sz="900" u="none" cap="none" strike="noStrike">
                <a:solidFill>
                  <a:schemeClr val="accent1"/>
                </a:solidFill>
                <a:latin typeface="Trebuchet MS"/>
                <a:ea typeface="Trebuchet MS"/>
                <a:cs typeface="Trebuchet MS"/>
                <a:sym typeface="Trebuchet M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1"/>
          <p:cNvSpPr txBox="1"/>
          <p:nvPr/>
        </p:nvSpPr>
        <p:spPr>
          <a:xfrm>
            <a:off x="813241" y="1333608"/>
            <a:ext cx="8973214" cy="3079431"/>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E18E2E"/>
              </a:buClr>
              <a:buSzPts val="5400"/>
              <a:buFont typeface="Trebuchet MS"/>
              <a:buNone/>
            </a:pPr>
            <a:r>
              <a:rPr b="1" i="0" lang="en-US" sz="5400" u="none" cap="none" strike="noStrike">
                <a:solidFill>
                  <a:srgbClr val="E18E2E"/>
                </a:solidFill>
                <a:latin typeface="Trebuchet MS"/>
                <a:ea typeface="Trebuchet MS"/>
                <a:cs typeface="Trebuchet MS"/>
                <a:sym typeface="Trebuchet MS"/>
              </a:rPr>
              <a:t>AREA III:</a:t>
            </a:r>
            <a:endParaRPr/>
          </a:p>
          <a:p>
            <a:pPr indent="0" lvl="0" marL="0" marR="0" rtl="0" algn="ctr">
              <a:spcBef>
                <a:spcPts val="0"/>
              </a:spcBef>
              <a:spcAft>
                <a:spcPts val="0"/>
              </a:spcAft>
              <a:buClr>
                <a:schemeClr val="accent1"/>
              </a:buClr>
              <a:buSzPts val="4000"/>
              <a:buFont typeface="Tahoma"/>
              <a:buNone/>
            </a:pPr>
            <a:r>
              <a:rPr b="1" i="0" lang="en-US" sz="4000" u="none" cap="none" strike="noStrike">
                <a:solidFill>
                  <a:schemeClr val="accent1"/>
                </a:solidFill>
                <a:latin typeface="Tahoma"/>
                <a:ea typeface="Tahoma"/>
                <a:cs typeface="Tahoma"/>
                <a:sym typeface="Tahoma"/>
              </a:rPr>
              <a:t>AB Structures and Environment Engineering and Bioprocess Engineering and Allied Subjects </a:t>
            </a:r>
            <a:endParaRPr b="1" i="0" sz="5400" u="none" cap="none" strike="noStrike">
              <a:solidFill>
                <a:srgbClr val="E18E2E"/>
              </a:solidFill>
              <a:latin typeface="Trebuchet MS"/>
              <a:ea typeface="Trebuchet MS"/>
              <a:cs typeface="Trebuchet MS"/>
              <a:sym typeface="Trebuchet MS"/>
            </a:endParaRPr>
          </a:p>
        </p:txBody>
      </p:sp>
      <p:sp>
        <p:nvSpPr>
          <p:cNvPr id="148" name="Google Shape;148;p1"/>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US"/>
              <a:t>Engr. Melanie D. Piedad, ABELE 2022 Topnotcher</a:t>
            </a:r>
            <a:endParaRPr/>
          </a:p>
        </p:txBody>
      </p:sp>
      <p:sp>
        <p:nvSpPr>
          <p:cNvPr id="149" name="Google Shape;149;p1"/>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
          <p:cNvSpPr txBox="1"/>
          <p:nvPr/>
        </p:nvSpPr>
        <p:spPr>
          <a:xfrm>
            <a:off x="911550" y="1282419"/>
            <a:ext cx="7787282" cy="7146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chemeClr val="accent1"/>
              </a:buClr>
              <a:buSzPts val="3200"/>
              <a:buFont typeface="Trebuchet MS"/>
              <a:buNone/>
            </a:pPr>
            <a:r>
              <a:rPr b="1" i="0" lang="en-US" sz="3200" u="sng" cap="none" strike="noStrike">
                <a:solidFill>
                  <a:schemeClr val="accent1"/>
                </a:solidFill>
                <a:latin typeface="Trebuchet MS"/>
                <a:ea typeface="Trebuchet MS"/>
                <a:cs typeface="Trebuchet MS"/>
                <a:sym typeface="Trebuchet MS"/>
              </a:rPr>
              <a:t>Bioprocess and Food Engineering</a:t>
            </a:r>
            <a:endParaRPr b="1" i="0" sz="6000" u="sng" cap="none" strike="noStrike">
              <a:solidFill>
                <a:srgbClr val="E18E2E"/>
              </a:solidFill>
              <a:latin typeface="Trebuchet MS"/>
              <a:ea typeface="Trebuchet MS"/>
              <a:cs typeface="Trebuchet MS"/>
              <a:sym typeface="Trebuchet MS"/>
            </a:endParaRPr>
          </a:p>
        </p:txBody>
      </p:sp>
      <p:sp>
        <p:nvSpPr>
          <p:cNvPr id="155" name="Google Shape;155;p2"/>
          <p:cNvSpPr txBox="1"/>
          <p:nvPr>
            <p:ph type="ctrTitle"/>
          </p:nvPr>
        </p:nvSpPr>
        <p:spPr>
          <a:xfrm>
            <a:off x="911550" y="673475"/>
            <a:ext cx="5966889" cy="608944"/>
          </a:xfrm>
          <a:prstGeom prst="rect">
            <a:avLst/>
          </a:prstGeom>
          <a:noFill/>
          <a:ln>
            <a:noFill/>
          </a:ln>
        </p:spPr>
        <p:txBody>
          <a:bodyPr anchorCtr="0" anchor="ctr" bIns="45700" lIns="91425" spcFirstLastPara="1" rIns="91425" wrap="square" tIns="45700">
            <a:noAutofit/>
          </a:bodyPr>
          <a:lstStyle/>
          <a:p>
            <a:pPr indent="0" lvl="0" marL="0" rtl="0" algn="just">
              <a:spcBef>
                <a:spcPts val="0"/>
              </a:spcBef>
              <a:spcAft>
                <a:spcPts val="0"/>
              </a:spcAft>
              <a:buClr>
                <a:srgbClr val="E18E2E"/>
              </a:buClr>
              <a:buSzPts val="4000"/>
              <a:buFont typeface="Trebuchet MS"/>
              <a:buNone/>
            </a:pPr>
            <a:r>
              <a:rPr b="1" lang="en-US" sz="4000">
                <a:solidFill>
                  <a:srgbClr val="E18E2E"/>
                </a:solidFill>
                <a:latin typeface="Trebuchet MS"/>
                <a:ea typeface="Trebuchet MS"/>
                <a:cs typeface="Trebuchet MS"/>
                <a:sym typeface="Trebuchet MS"/>
              </a:rPr>
              <a:t>TOPIC 3:</a:t>
            </a:r>
            <a:endParaRPr/>
          </a:p>
        </p:txBody>
      </p:sp>
      <p:sp>
        <p:nvSpPr>
          <p:cNvPr id="156" name="Google Shape;156;p2"/>
          <p:cNvSpPr txBox="1"/>
          <p:nvPr/>
        </p:nvSpPr>
        <p:spPr>
          <a:xfrm>
            <a:off x="911550" y="1992501"/>
            <a:ext cx="8376829" cy="3583080"/>
          </a:xfrm>
          <a:prstGeom prst="rect">
            <a:avLst/>
          </a:prstGeom>
          <a:noFill/>
          <a:ln>
            <a:noFill/>
          </a:ln>
        </p:spPr>
        <p:txBody>
          <a:bodyPr anchorCtr="0" anchor="t" bIns="45700" lIns="91425" spcFirstLastPara="1" rIns="91425" wrap="square" tIns="45700">
            <a:noAutofit/>
          </a:bodyPr>
          <a:lstStyle/>
          <a:p>
            <a:pPr indent="0" lvl="0" marL="0" marR="0" rtl="0" algn="just">
              <a:lnSpc>
                <a:spcPct val="107000"/>
              </a:lnSpc>
              <a:spcBef>
                <a:spcPts val="0"/>
              </a:spcBef>
              <a:spcAft>
                <a:spcPts val="0"/>
              </a:spcAft>
              <a:buClr>
                <a:schemeClr val="accent2"/>
              </a:buClr>
              <a:buSzPts val="3600"/>
              <a:buFont typeface="Trebuchet MS"/>
              <a:buNone/>
            </a:pPr>
            <a:r>
              <a:rPr b="1" i="0" lang="en-US" sz="3600" u="none" cap="none" strike="noStrike">
                <a:solidFill>
                  <a:schemeClr val="accent2"/>
                </a:solidFill>
                <a:latin typeface="Trebuchet MS"/>
                <a:ea typeface="Trebuchet MS"/>
                <a:cs typeface="Trebuchet MS"/>
                <a:sym typeface="Trebuchet MS"/>
              </a:rPr>
              <a:t>3.4</a:t>
            </a:r>
            <a:r>
              <a:rPr b="1" i="0" lang="en-US" sz="3600" u="none" cap="none" strike="noStrike">
                <a:solidFill>
                  <a:srgbClr val="536142"/>
                </a:solidFill>
                <a:latin typeface="Trebuchet MS"/>
                <a:ea typeface="Trebuchet MS"/>
                <a:cs typeface="Trebuchet MS"/>
                <a:sym typeface="Trebuchet MS"/>
              </a:rPr>
              <a:t> </a:t>
            </a:r>
            <a:r>
              <a:rPr b="0" i="0" lang="en-US" sz="2400" u="none" cap="none" strike="noStrike">
                <a:solidFill>
                  <a:srgbClr val="000000"/>
                </a:solidFill>
                <a:latin typeface="Tahoma"/>
                <a:ea typeface="Tahoma"/>
                <a:cs typeface="Tahoma"/>
                <a:sym typeface="Tahoma"/>
              </a:rPr>
              <a:t>Analyze and design process flows of agricultural products with application of the theories and principles of GMP, SSOP, EMP, HACCP, among others.</a:t>
            </a:r>
            <a:endParaRPr/>
          </a:p>
          <a:p>
            <a:pPr indent="0" lvl="0" marL="0" marR="0" rtl="0" algn="just">
              <a:spcBef>
                <a:spcPts val="800"/>
              </a:spcBef>
              <a:spcAft>
                <a:spcPts val="0"/>
              </a:spcAft>
              <a:buClr>
                <a:schemeClr val="accent1"/>
              </a:buClr>
              <a:buSzPts val="2400"/>
              <a:buFont typeface="Trebuchet MS"/>
              <a:buNone/>
            </a:pPr>
            <a:r>
              <a:t/>
            </a:r>
            <a:endParaRPr b="1" i="0" sz="2400" u="none" cap="none" strike="noStrike">
              <a:solidFill>
                <a:srgbClr val="536142"/>
              </a:solidFill>
              <a:latin typeface="Trebuchet MS"/>
              <a:ea typeface="Trebuchet MS"/>
              <a:cs typeface="Trebuchet MS"/>
              <a:sym typeface="Trebuchet MS"/>
            </a:endParaRPr>
          </a:p>
          <a:p>
            <a:pPr indent="0" lvl="0" marL="0" marR="0" rtl="0" algn="just">
              <a:spcBef>
                <a:spcPts val="0"/>
              </a:spcBef>
              <a:spcAft>
                <a:spcPts val="0"/>
              </a:spcAft>
              <a:buClr>
                <a:srgbClr val="536142"/>
              </a:buClr>
              <a:buSzPts val="2400"/>
              <a:buFont typeface="Trebuchet MS"/>
              <a:buNone/>
            </a:pPr>
            <a:r>
              <a:rPr b="1" i="0" lang="en-US" sz="2400" u="none" cap="none" strike="noStrike">
                <a:solidFill>
                  <a:srgbClr val="536142"/>
                </a:solidFill>
                <a:latin typeface="Trebuchet MS"/>
                <a:ea typeface="Trebuchet MS"/>
                <a:cs typeface="Trebuchet MS"/>
                <a:sym typeface="Trebuchet MS"/>
              </a:rPr>
              <a:t>Number of items: 5-6 questions</a:t>
            </a:r>
            <a:endParaRPr/>
          </a:p>
          <a:p>
            <a:pPr indent="0" lvl="0" marL="0" marR="0" rtl="0" algn="just">
              <a:spcBef>
                <a:spcPts val="0"/>
              </a:spcBef>
              <a:spcAft>
                <a:spcPts val="0"/>
              </a:spcAft>
              <a:buClr>
                <a:srgbClr val="536142"/>
              </a:buClr>
              <a:buSzPts val="2400"/>
              <a:buFont typeface="Trebuchet MS"/>
              <a:buNone/>
            </a:pPr>
            <a:r>
              <a:rPr b="1" i="0" lang="en-US" sz="2400" u="none" cap="none" strike="noStrike">
                <a:solidFill>
                  <a:srgbClr val="536142"/>
                </a:solidFill>
                <a:latin typeface="Trebuchet MS"/>
                <a:ea typeface="Trebuchet MS"/>
                <a:cs typeface="Trebuchet MS"/>
                <a:sym typeface="Trebuchet MS"/>
              </a:rPr>
              <a:t>Coverage: </a:t>
            </a:r>
            <a:r>
              <a:rPr b="1" i="0" lang="en-US" sz="2400" u="none" cap="none" strike="noStrike">
                <a:solidFill>
                  <a:schemeClr val="dk2"/>
                </a:solidFill>
                <a:latin typeface="Trebuchet MS"/>
                <a:ea typeface="Trebuchet MS"/>
                <a:cs typeface="Trebuchet MS"/>
                <a:sym typeface="Trebuchet MS"/>
              </a:rPr>
              <a:t>GMP, SSOP, EMP, HACCP</a:t>
            </a:r>
            <a:endParaRPr b="1" i="0" sz="2800" u="none" cap="none" strike="noStrike">
              <a:solidFill>
                <a:schemeClr val="dk2"/>
              </a:solidFill>
              <a:latin typeface="Trebuchet MS"/>
              <a:ea typeface="Trebuchet MS"/>
              <a:cs typeface="Trebuchet MS"/>
              <a:sym typeface="Trebuchet MS"/>
            </a:endParaRPr>
          </a:p>
        </p:txBody>
      </p:sp>
      <p:sp>
        <p:nvSpPr>
          <p:cNvPr id="157" name="Google Shape;157;p2"/>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US"/>
              <a:t>Engr. Melanie D. Piedad, ABELE 2022 Topnotcher</a:t>
            </a:r>
            <a:endParaRPr/>
          </a:p>
        </p:txBody>
      </p:sp>
      <p:sp>
        <p:nvSpPr>
          <p:cNvPr id="158" name="Google Shape;158;p2"/>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3"/>
          <p:cNvSpPr txBox="1"/>
          <p:nvPr/>
        </p:nvSpPr>
        <p:spPr>
          <a:xfrm>
            <a:off x="947645" y="534990"/>
            <a:ext cx="8773871" cy="980301"/>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E18E2E"/>
              </a:buClr>
              <a:buSzPts val="4400"/>
              <a:buFont typeface="Trebuchet MS"/>
              <a:buNone/>
            </a:pPr>
            <a:r>
              <a:rPr b="1" i="0" lang="en-US" sz="4400" u="none" cap="none" strike="noStrike">
                <a:solidFill>
                  <a:srgbClr val="E18E2E"/>
                </a:solidFill>
                <a:latin typeface="Trebuchet MS"/>
                <a:ea typeface="Trebuchet MS"/>
                <a:cs typeface="Trebuchet MS"/>
                <a:sym typeface="Trebuchet MS"/>
              </a:rPr>
              <a:t>Remember their meaning…</a:t>
            </a:r>
            <a:endParaRPr b="1" i="0" sz="2800" u="none" cap="none" strike="noStrike">
              <a:solidFill>
                <a:srgbClr val="536142"/>
              </a:solidFill>
              <a:latin typeface="Trebuchet MS"/>
              <a:ea typeface="Trebuchet MS"/>
              <a:cs typeface="Trebuchet MS"/>
              <a:sym typeface="Trebuchet MS"/>
            </a:endParaRPr>
          </a:p>
        </p:txBody>
      </p:sp>
      <p:sp>
        <p:nvSpPr>
          <p:cNvPr id="164" name="Google Shape;164;p3"/>
          <p:cNvSpPr txBox="1"/>
          <p:nvPr/>
        </p:nvSpPr>
        <p:spPr>
          <a:xfrm>
            <a:off x="4676503" y="-1593669"/>
            <a:ext cx="30649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800" u="none" cap="none" strike="noStrike">
                <a:solidFill>
                  <a:schemeClr val="dk1"/>
                </a:solidFill>
                <a:latin typeface="Trebuchet MS"/>
                <a:ea typeface="Trebuchet MS"/>
                <a:cs typeface="Trebuchet MS"/>
                <a:sym typeface="Trebuchet MS"/>
              </a:rPr>
              <a:t>F</a:t>
            </a:r>
            <a:endParaRPr/>
          </a:p>
        </p:txBody>
      </p:sp>
      <p:sp>
        <p:nvSpPr>
          <p:cNvPr id="165" name="Google Shape;165;p3"/>
          <p:cNvSpPr txBox="1"/>
          <p:nvPr/>
        </p:nvSpPr>
        <p:spPr>
          <a:xfrm>
            <a:off x="947645" y="1515290"/>
            <a:ext cx="8376829" cy="4608783"/>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Clr>
                <a:srgbClr val="536142"/>
              </a:buClr>
              <a:buSzPts val="2800"/>
              <a:buFont typeface="Trebuchet MS"/>
              <a:buNone/>
            </a:pPr>
            <a:r>
              <a:rPr b="1" lang="en-US" sz="2800" u="none">
                <a:solidFill>
                  <a:srgbClr val="536142"/>
                </a:solidFill>
                <a:latin typeface="Trebuchet MS"/>
                <a:ea typeface="Trebuchet MS"/>
                <a:cs typeface="Trebuchet MS"/>
                <a:sym typeface="Trebuchet MS"/>
              </a:rPr>
              <a:t>GMP – Good Manufacturing Practices</a:t>
            </a:r>
            <a:endParaRPr/>
          </a:p>
          <a:p>
            <a:pPr indent="0" lvl="0" marL="0" marR="0" rtl="0" algn="just">
              <a:spcBef>
                <a:spcPts val="800"/>
              </a:spcBef>
              <a:spcAft>
                <a:spcPts val="0"/>
              </a:spcAft>
              <a:buClr>
                <a:srgbClr val="536142"/>
              </a:buClr>
              <a:buSzPts val="2800"/>
              <a:buFont typeface="Trebuchet MS"/>
              <a:buNone/>
            </a:pPr>
            <a:r>
              <a:rPr b="1" lang="en-US" sz="2800" u="none">
                <a:solidFill>
                  <a:srgbClr val="536142"/>
                </a:solidFill>
                <a:latin typeface="Trebuchet MS"/>
                <a:ea typeface="Trebuchet MS"/>
                <a:cs typeface="Trebuchet MS"/>
                <a:sym typeface="Trebuchet MS"/>
              </a:rPr>
              <a:t>SSOP - Sanitation Standard Operating Procedures</a:t>
            </a:r>
            <a:endParaRPr/>
          </a:p>
          <a:p>
            <a:pPr indent="0" lvl="0" marL="0" marR="0" rtl="0" algn="just">
              <a:spcBef>
                <a:spcPts val="800"/>
              </a:spcBef>
              <a:spcAft>
                <a:spcPts val="0"/>
              </a:spcAft>
              <a:buClr>
                <a:srgbClr val="536142"/>
              </a:buClr>
              <a:buSzPts val="2800"/>
              <a:buFont typeface="Trebuchet MS"/>
              <a:buNone/>
            </a:pPr>
            <a:r>
              <a:rPr b="1" lang="en-US" sz="2800" u="none">
                <a:solidFill>
                  <a:srgbClr val="536142"/>
                </a:solidFill>
                <a:latin typeface="Trebuchet MS"/>
                <a:ea typeface="Trebuchet MS"/>
                <a:cs typeface="Trebuchet MS"/>
                <a:sym typeface="Trebuchet MS"/>
              </a:rPr>
              <a:t>EMP – Environmental Monitoring Program</a:t>
            </a:r>
            <a:endParaRPr/>
          </a:p>
          <a:p>
            <a:pPr indent="0" lvl="0" marL="0" marR="0" rtl="0" algn="just">
              <a:spcBef>
                <a:spcPts val="800"/>
              </a:spcBef>
              <a:spcAft>
                <a:spcPts val="0"/>
              </a:spcAft>
              <a:buClr>
                <a:srgbClr val="536142"/>
              </a:buClr>
              <a:buSzPts val="2800"/>
              <a:buFont typeface="Trebuchet MS"/>
              <a:buNone/>
            </a:pPr>
            <a:r>
              <a:rPr b="1" lang="en-US" sz="2800" u="none">
                <a:solidFill>
                  <a:srgbClr val="536142"/>
                </a:solidFill>
                <a:latin typeface="Trebuchet MS"/>
                <a:ea typeface="Trebuchet MS"/>
                <a:cs typeface="Trebuchet MS"/>
                <a:sym typeface="Trebuchet MS"/>
              </a:rPr>
              <a:t>HACCP - Hazard Analysis &amp; Critical Control Point</a:t>
            </a:r>
            <a:endParaRPr/>
          </a:p>
          <a:p>
            <a:pPr indent="0" lvl="0" marL="0" marR="0" rtl="0" algn="just">
              <a:spcBef>
                <a:spcPts val="800"/>
              </a:spcBef>
              <a:spcAft>
                <a:spcPts val="0"/>
              </a:spcAft>
              <a:buClr>
                <a:schemeClr val="accent1"/>
              </a:buClr>
              <a:buSzPts val="2800"/>
              <a:buFont typeface="Trebuchet MS"/>
              <a:buNone/>
            </a:pPr>
            <a:r>
              <a:t/>
            </a:r>
            <a:endParaRPr b="0" sz="2800" u="none">
              <a:solidFill>
                <a:schemeClr val="dk2"/>
              </a:solidFill>
              <a:latin typeface="Trebuchet MS"/>
              <a:ea typeface="Trebuchet MS"/>
              <a:cs typeface="Trebuchet MS"/>
              <a:sym typeface="Trebuchet MS"/>
            </a:endParaRPr>
          </a:p>
        </p:txBody>
      </p:sp>
      <p:sp>
        <p:nvSpPr>
          <p:cNvPr id="166" name="Google Shape;166;p3"/>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US"/>
              <a:t>Engr. Melanie D. Piedad, ABELE 2022 Topnotcher</a:t>
            </a:r>
            <a:endParaRPr/>
          </a:p>
        </p:txBody>
      </p:sp>
      <p:sp>
        <p:nvSpPr>
          <p:cNvPr id="167" name="Google Shape;167;p3"/>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sp>
        <p:nvSpPr>
          <p:cNvPr id="172" name="Google Shape;172;p4"/>
          <p:cNvSpPr txBox="1"/>
          <p:nvPr/>
        </p:nvSpPr>
        <p:spPr>
          <a:xfrm>
            <a:off x="947645" y="534990"/>
            <a:ext cx="8773871" cy="980301"/>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rgbClr val="E18E2E"/>
              </a:buClr>
              <a:buSzPts val="4400"/>
              <a:buFont typeface="Trebuchet MS"/>
              <a:buNone/>
            </a:pPr>
            <a:r>
              <a:rPr b="1" lang="en-US" sz="4400">
                <a:solidFill>
                  <a:srgbClr val="E18E2E"/>
                </a:solidFill>
                <a:latin typeface="Trebuchet MS"/>
                <a:ea typeface="Trebuchet MS"/>
                <a:cs typeface="Trebuchet MS"/>
                <a:sym typeface="Trebuchet MS"/>
              </a:rPr>
              <a:t>Good Manufacturing Practices</a:t>
            </a:r>
            <a:endParaRPr b="1" sz="2800">
              <a:solidFill>
                <a:srgbClr val="536142"/>
              </a:solidFill>
              <a:latin typeface="Trebuchet MS"/>
              <a:ea typeface="Trebuchet MS"/>
              <a:cs typeface="Trebuchet MS"/>
              <a:sym typeface="Trebuchet MS"/>
            </a:endParaRPr>
          </a:p>
        </p:txBody>
      </p:sp>
      <p:sp>
        <p:nvSpPr>
          <p:cNvPr id="173" name="Google Shape;173;p4"/>
          <p:cNvSpPr txBox="1"/>
          <p:nvPr/>
        </p:nvSpPr>
        <p:spPr>
          <a:xfrm>
            <a:off x="4676503" y="-1593669"/>
            <a:ext cx="30649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chemeClr val="dk1"/>
                </a:solidFill>
                <a:latin typeface="Trebuchet MS"/>
                <a:ea typeface="Trebuchet MS"/>
                <a:cs typeface="Trebuchet MS"/>
                <a:sym typeface="Trebuchet MS"/>
              </a:rPr>
              <a:t>F</a:t>
            </a:r>
            <a:endParaRPr/>
          </a:p>
        </p:txBody>
      </p:sp>
      <p:sp>
        <p:nvSpPr>
          <p:cNvPr id="174" name="Google Shape;174;p4"/>
          <p:cNvSpPr txBox="1"/>
          <p:nvPr/>
        </p:nvSpPr>
        <p:spPr>
          <a:xfrm>
            <a:off x="947645" y="1515290"/>
            <a:ext cx="8376829" cy="4608783"/>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Clr>
                <a:srgbClr val="536142"/>
              </a:buClr>
              <a:buSzPts val="2400"/>
              <a:buFont typeface="Trebuchet MS"/>
              <a:buNone/>
            </a:pPr>
            <a:r>
              <a:rPr lang="en-US" sz="2400">
                <a:solidFill>
                  <a:srgbClr val="536142"/>
                </a:solidFill>
                <a:latin typeface="Trebuchet MS"/>
                <a:ea typeface="Trebuchet MS"/>
                <a:cs typeface="Trebuchet MS"/>
                <a:sym typeface="Trebuchet MS"/>
              </a:rPr>
              <a:t>GMP is a system for ensuring that products are consistently produced and controlled according to quality standards. These practices cover all aspects of production, including raw materials, facilities, and equipment.</a:t>
            </a:r>
            <a:endParaRPr/>
          </a:p>
          <a:p>
            <a:pPr indent="0" lvl="0" marL="0" marR="0" rtl="0" algn="just">
              <a:spcBef>
                <a:spcPts val="800"/>
              </a:spcBef>
              <a:spcAft>
                <a:spcPts val="0"/>
              </a:spcAft>
              <a:buClr>
                <a:schemeClr val="accent1"/>
              </a:buClr>
              <a:buSzPts val="2400"/>
              <a:buFont typeface="Trebuchet MS"/>
              <a:buNone/>
            </a:pPr>
            <a:r>
              <a:t/>
            </a:r>
            <a:endParaRPr sz="2400">
              <a:solidFill>
                <a:srgbClr val="536142"/>
              </a:solidFill>
              <a:latin typeface="Trebuchet MS"/>
              <a:ea typeface="Trebuchet MS"/>
              <a:cs typeface="Trebuchet MS"/>
              <a:sym typeface="Trebuchet MS"/>
            </a:endParaRPr>
          </a:p>
          <a:p>
            <a:pPr indent="0" lvl="0" marL="0" marR="0" rtl="0" algn="just">
              <a:spcBef>
                <a:spcPts val="800"/>
              </a:spcBef>
              <a:spcAft>
                <a:spcPts val="0"/>
              </a:spcAft>
              <a:buClr>
                <a:srgbClr val="536142"/>
              </a:buClr>
              <a:buSzPts val="2400"/>
              <a:buFont typeface="Trebuchet MS"/>
              <a:buNone/>
            </a:pPr>
            <a:r>
              <a:rPr b="1" lang="en-US" sz="2400">
                <a:solidFill>
                  <a:srgbClr val="536142"/>
                </a:solidFill>
                <a:latin typeface="Trebuchet MS"/>
                <a:ea typeface="Trebuchet MS"/>
                <a:cs typeface="Trebuchet MS"/>
                <a:sym typeface="Trebuchet MS"/>
              </a:rPr>
              <a:t>Example: </a:t>
            </a:r>
            <a:r>
              <a:rPr lang="en-US" sz="2400">
                <a:solidFill>
                  <a:srgbClr val="536142"/>
                </a:solidFill>
                <a:latin typeface="Trebuchet MS"/>
                <a:ea typeface="Trebuchet MS"/>
                <a:cs typeface="Trebuchet MS"/>
                <a:sym typeface="Trebuchet MS"/>
              </a:rPr>
              <a:t>A food processing plant follows GMPs by ensuring that all workers wear hairnets and gloves, machinery is regularly sanitized, and raw materials are stored at appropriate temperatures to prevent contamination.</a:t>
            </a:r>
            <a:endParaRPr sz="2400">
              <a:solidFill>
                <a:schemeClr val="dk2"/>
              </a:solidFill>
              <a:latin typeface="Trebuchet MS"/>
              <a:ea typeface="Trebuchet MS"/>
              <a:cs typeface="Trebuchet MS"/>
              <a:sym typeface="Trebuchet MS"/>
            </a:endParaRPr>
          </a:p>
        </p:txBody>
      </p:sp>
      <p:sp>
        <p:nvSpPr>
          <p:cNvPr id="175" name="Google Shape;175;p4"/>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US"/>
              <a:t>Engr. Melanie D. Piedad, ABELE 2022 Topnotcher</a:t>
            </a:r>
            <a:endParaRPr/>
          </a:p>
        </p:txBody>
      </p:sp>
      <p:sp>
        <p:nvSpPr>
          <p:cNvPr id="176" name="Google Shape;176;p4"/>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descr="Good Manufacturing Practice (GMP ) Definition | Arena" id="177" name="Google Shape;177;p4"/>
          <p:cNvPicPr preferRelativeResize="0"/>
          <p:nvPr/>
        </p:nvPicPr>
        <p:blipFill rotWithShape="1">
          <a:blip r:embed="rId3">
            <a:alphaModFix/>
          </a:blip>
          <a:srcRect b="0" l="0" r="0" t="0"/>
          <a:stretch/>
        </p:blipFill>
        <p:spPr>
          <a:xfrm>
            <a:off x="9499599" y="3569403"/>
            <a:ext cx="2560043" cy="2560043"/>
          </a:xfrm>
          <a:prstGeom prst="rect">
            <a:avLst/>
          </a:prstGeom>
          <a:noFill/>
          <a:ln>
            <a:noFill/>
          </a:ln>
        </p:spPr>
      </p:pic>
      <p:pic>
        <p:nvPicPr>
          <p:cNvPr descr="MANUAL FOR GOOD MANUFACTURING PRACTICES (GMP)" id="178" name="Google Shape;178;p4"/>
          <p:cNvPicPr preferRelativeResize="0"/>
          <p:nvPr/>
        </p:nvPicPr>
        <p:blipFill rotWithShape="1">
          <a:blip r:embed="rId4">
            <a:alphaModFix/>
          </a:blip>
          <a:srcRect b="8069" l="0" r="0" t="0"/>
          <a:stretch/>
        </p:blipFill>
        <p:spPr>
          <a:xfrm>
            <a:off x="9499599" y="1025140"/>
            <a:ext cx="2560043" cy="2544263"/>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5"/>
          <p:cNvSpPr txBox="1"/>
          <p:nvPr/>
        </p:nvSpPr>
        <p:spPr>
          <a:xfrm>
            <a:off x="947645" y="534990"/>
            <a:ext cx="8773871" cy="980301"/>
          </a:xfrm>
          <a:prstGeom prst="rect">
            <a:avLst/>
          </a:prstGeom>
          <a:noFill/>
          <a:ln>
            <a:noFill/>
          </a:ln>
        </p:spPr>
        <p:txBody>
          <a:bodyPr anchorCtr="0" anchor="t" bIns="45700" lIns="91425" spcFirstLastPara="1" rIns="91425" wrap="square" tIns="45700">
            <a:normAutofit fontScale="77500" lnSpcReduction="20000"/>
          </a:bodyPr>
          <a:lstStyle/>
          <a:p>
            <a:pPr indent="0" lvl="0" marL="0" marR="0" rtl="0" algn="l">
              <a:spcBef>
                <a:spcPts val="0"/>
              </a:spcBef>
              <a:spcAft>
                <a:spcPts val="0"/>
              </a:spcAft>
              <a:buClr>
                <a:srgbClr val="E18E2E"/>
              </a:buClr>
              <a:buSzPct val="100000"/>
              <a:buFont typeface="Trebuchet MS"/>
              <a:buNone/>
            </a:pPr>
            <a:r>
              <a:rPr b="1" lang="en-US" sz="4400">
                <a:solidFill>
                  <a:srgbClr val="E18E2E"/>
                </a:solidFill>
                <a:latin typeface="Trebuchet MS"/>
                <a:ea typeface="Trebuchet MS"/>
                <a:cs typeface="Trebuchet MS"/>
                <a:sym typeface="Trebuchet MS"/>
              </a:rPr>
              <a:t>Sanitation Standard Operating Procedures</a:t>
            </a:r>
            <a:endParaRPr b="1" sz="2800">
              <a:solidFill>
                <a:srgbClr val="536142"/>
              </a:solidFill>
              <a:latin typeface="Trebuchet MS"/>
              <a:ea typeface="Trebuchet MS"/>
              <a:cs typeface="Trebuchet MS"/>
              <a:sym typeface="Trebuchet MS"/>
            </a:endParaRPr>
          </a:p>
        </p:txBody>
      </p:sp>
      <p:sp>
        <p:nvSpPr>
          <p:cNvPr id="184" name="Google Shape;184;p5"/>
          <p:cNvSpPr txBox="1"/>
          <p:nvPr/>
        </p:nvSpPr>
        <p:spPr>
          <a:xfrm>
            <a:off x="4676503" y="-1593669"/>
            <a:ext cx="30649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chemeClr val="dk1"/>
                </a:solidFill>
                <a:latin typeface="Trebuchet MS"/>
                <a:ea typeface="Trebuchet MS"/>
                <a:cs typeface="Trebuchet MS"/>
                <a:sym typeface="Trebuchet MS"/>
              </a:rPr>
              <a:t>F</a:t>
            </a:r>
            <a:endParaRPr/>
          </a:p>
        </p:txBody>
      </p:sp>
      <p:sp>
        <p:nvSpPr>
          <p:cNvPr id="185" name="Google Shape;185;p5"/>
          <p:cNvSpPr txBox="1"/>
          <p:nvPr/>
        </p:nvSpPr>
        <p:spPr>
          <a:xfrm>
            <a:off x="947645" y="1515290"/>
            <a:ext cx="8376829" cy="4608783"/>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Clr>
                <a:srgbClr val="536142"/>
              </a:buClr>
              <a:buSzPts val="2400"/>
              <a:buFont typeface="Trebuchet MS"/>
              <a:buNone/>
            </a:pPr>
            <a:r>
              <a:rPr lang="en-US" sz="2400">
                <a:solidFill>
                  <a:srgbClr val="536142"/>
                </a:solidFill>
                <a:latin typeface="Trebuchet MS"/>
                <a:ea typeface="Trebuchet MS"/>
                <a:cs typeface="Trebuchet MS"/>
                <a:sym typeface="Trebuchet MS"/>
              </a:rPr>
              <a:t>SSOP are the specific, They include written steps for cleaning and sanitizing written procedures necessary to ensure sanitary conditions in the food plant. to prevent product adulteration.</a:t>
            </a:r>
            <a:endParaRPr/>
          </a:p>
          <a:p>
            <a:pPr indent="0" lvl="0" marL="0" marR="0" rtl="0" algn="just">
              <a:spcBef>
                <a:spcPts val="800"/>
              </a:spcBef>
              <a:spcAft>
                <a:spcPts val="0"/>
              </a:spcAft>
              <a:buClr>
                <a:schemeClr val="accent1"/>
              </a:buClr>
              <a:buSzPts val="2400"/>
              <a:buFont typeface="Trebuchet MS"/>
              <a:buNone/>
            </a:pPr>
            <a:r>
              <a:t/>
            </a:r>
            <a:endParaRPr sz="2400">
              <a:solidFill>
                <a:srgbClr val="536142"/>
              </a:solidFill>
              <a:latin typeface="Trebuchet MS"/>
              <a:ea typeface="Trebuchet MS"/>
              <a:cs typeface="Trebuchet MS"/>
              <a:sym typeface="Trebuchet MS"/>
            </a:endParaRPr>
          </a:p>
          <a:p>
            <a:pPr indent="0" lvl="0" marL="0" marR="0" rtl="0" algn="just">
              <a:spcBef>
                <a:spcPts val="800"/>
              </a:spcBef>
              <a:spcAft>
                <a:spcPts val="0"/>
              </a:spcAft>
              <a:buClr>
                <a:srgbClr val="536142"/>
              </a:buClr>
              <a:buSzPts val="2400"/>
              <a:buFont typeface="Trebuchet MS"/>
              <a:buNone/>
            </a:pPr>
            <a:r>
              <a:rPr b="1" lang="en-US" sz="2400">
                <a:solidFill>
                  <a:srgbClr val="536142"/>
                </a:solidFill>
                <a:latin typeface="Trebuchet MS"/>
                <a:ea typeface="Trebuchet MS"/>
                <a:cs typeface="Trebuchet MS"/>
                <a:sym typeface="Trebuchet MS"/>
              </a:rPr>
              <a:t>Example: </a:t>
            </a:r>
            <a:r>
              <a:rPr lang="en-US" sz="2400">
                <a:solidFill>
                  <a:srgbClr val="536142"/>
                </a:solidFill>
                <a:latin typeface="Trebuchet MS"/>
                <a:ea typeface="Trebuchet MS"/>
                <a:cs typeface="Trebuchet MS"/>
                <a:sym typeface="Trebuchet MS"/>
              </a:rPr>
              <a:t>A dairy processing facility has a SSOP that outlines daily cleaning schedules for all equipment, detailing the type of cleaning agents to use, the method of application, and the required contact time to ensure all surfaces are adequately sanitized.</a:t>
            </a:r>
            <a:endParaRPr sz="2400">
              <a:solidFill>
                <a:schemeClr val="dk2"/>
              </a:solidFill>
              <a:latin typeface="Trebuchet MS"/>
              <a:ea typeface="Trebuchet MS"/>
              <a:cs typeface="Trebuchet MS"/>
              <a:sym typeface="Trebuchet MS"/>
            </a:endParaRPr>
          </a:p>
        </p:txBody>
      </p:sp>
      <p:sp>
        <p:nvSpPr>
          <p:cNvPr id="186" name="Google Shape;186;p5"/>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US"/>
              <a:t>Engr. Melanie D. Piedad, ABELE 2022 Topnotcher</a:t>
            </a:r>
            <a:endParaRPr/>
          </a:p>
        </p:txBody>
      </p:sp>
      <p:sp>
        <p:nvSpPr>
          <p:cNvPr id="187" name="Google Shape;187;p5"/>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6"/>
          <p:cNvSpPr txBox="1"/>
          <p:nvPr/>
        </p:nvSpPr>
        <p:spPr>
          <a:xfrm>
            <a:off x="947645" y="534990"/>
            <a:ext cx="8773871" cy="980301"/>
          </a:xfrm>
          <a:prstGeom prst="rect">
            <a:avLst/>
          </a:prstGeom>
          <a:noFill/>
          <a:ln>
            <a:noFill/>
          </a:ln>
        </p:spPr>
        <p:txBody>
          <a:bodyPr anchorCtr="0" anchor="t" bIns="45700" lIns="91425" spcFirstLastPara="1" rIns="91425" wrap="square" tIns="45700">
            <a:normAutofit fontScale="92500"/>
          </a:bodyPr>
          <a:lstStyle/>
          <a:p>
            <a:pPr indent="0" lvl="0" marL="0" marR="0" rtl="0" algn="just">
              <a:spcBef>
                <a:spcPts val="0"/>
              </a:spcBef>
              <a:spcAft>
                <a:spcPts val="0"/>
              </a:spcAft>
              <a:buClr>
                <a:schemeClr val="accent2"/>
              </a:buClr>
              <a:buSzPct val="100000"/>
              <a:buFont typeface="Trebuchet MS"/>
              <a:buNone/>
            </a:pPr>
            <a:r>
              <a:rPr b="1" lang="en-US" sz="4400">
                <a:solidFill>
                  <a:schemeClr val="accent2"/>
                </a:solidFill>
                <a:latin typeface="Trebuchet MS"/>
                <a:ea typeface="Trebuchet MS"/>
                <a:cs typeface="Trebuchet MS"/>
                <a:sym typeface="Trebuchet MS"/>
              </a:rPr>
              <a:t>Environmental Monitoring Program</a:t>
            </a:r>
            <a:endParaRPr/>
          </a:p>
        </p:txBody>
      </p:sp>
      <p:sp>
        <p:nvSpPr>
          <p:cNvPr id="193" name="Google Shape;193;p6"/>
          <p:cNvSpPr txBox="1"/>
          <p:nvPr/>
        </p:nvSpPr>
        <p:spPr>
          <a:xfrm>
            <a:off x="4676503" y="-1593669"/>
            <a:ext cx="30649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chemeClr val="dk1"/>
                </a:solidFill>
                <a:latin typeface="Trebuchet MS"/>
                <a:ea typeface="Trebuchet MS"/>
                <a:cs typeface="Trebuchet MS"/>
                <a:sym typeface="Trebuchet MS"/>
              </a:rPr>
              <a:t>F</a:t>
            </a:r>
            <a:endParaRPr/>
          </a:p>
        </p:txBody>
      </p:sp>
      <p:sp>
        <p:nvSpPr>
          <p:cNvPr id="194" name="Google Shape;194;p6"/>
          <p:cNvSpPr txBox="1"/>
          <p:nvPr/>
        </p:nvSpPr>
        <p:spPr>
          <a:xfrm>
            <a:off x="947645" y="1515290"/>
            <a:ext cx="8376829" cy="4608783"/>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Clr>
                <a:srgbClr val="536142"/>
              </a:buClr>
              <a:buSzPts val="2400"/>
              <a:buFont typeface="Trebuchet MS"/>
              <a:buNone/>
            </a:pPr>
            <a:r>
              <a:rPr lang="en-US" sz="2400">
                <a:solidFill>
                  <a:srgbClr val="536142"/>
                </a:solidFill>
                <a:latin typeface="Trebuchet MS"/>
                <a:ea typeface="Trebuchet MS"/>
                <a:cs typeface="Trebuchet MS"/>
                <a:sym typeface="Trebuchet MS"/>
              </a:rPr>
              <a:t>EMPs are systematic procedures for assessing the cleanliness and safety of the manufacturing environment. This includes monitoring air, water, and surface contamination levels to ensure they meet safety standards.</a:t>
            </a:r>
            <a:endParaRPr/>
          </a:p>
          <a:p>
            <a:pPr indent="0" lvl="0" marL="0" marR="0" rtl="0" algn="just">
              <a:spcBef>
                <a:spcPts val="800"/>
              </a:spcBef>
              <a:spcAft>
                <a:spcPts val="0"/>
              </a:spcAft>
              <a:buClr>
                <a:schemeClr val="accent1"/>
              </a:buClr>
              <a:buSzPts val="2400"/>
              <a:buFont typeface="Trebuchet MS"/>
              <a:buNone/>
            </a:pPr>
            <a:r>
              <a:t/>
            </a:r>
            <a:endParaRPr sz="2400">
              <a:solidFill>
                <a:srgbClr val="536142"/>
              </a:solidFill>
              <a:latin typeface="Trebuchet MS"/>
              <a:ea typeface="Trebuchet MS"/>
              <a:cs typeface="Trebuchet MS"/>
              <a:sym typeface="Trebuchet MS"/>
            </a:endParaRPr>
          </a:p>
          <a:p>
            <a:pPr indent="0" lvl="0" marL="0" marR="0" rtl="0" algn="just">
              <a:spcBef>
                <a:spcPts val="800"/>
              </a:spcBef>
              <a:spcAft>
                <a:spcPts val="0"/>
              </a:spcAft>
              <a:buClr>
                <a:srgbClr val="536142"/>
              </a:buClr>
              <a:buSzPts val="2400"/>
              <a:buFont typeface="Trebuchet MS"/>
              <a:buNone/>
            </a:pPr>
            <a:r>
              <a:rPr b="1" lang="en-US" sz="2400">
                <a:solidFill>
                  <a:srgbClr val="536142"/>
                </a:solidFill>
                <a:latin typeface="Trebuchet MS"/>
                <a:ea typeface="Trebuchet MS"/>
                <a:cs typeface="Trebuchet MS"/>
                <a:sym typeface="Trebuchet MS"/>
              </a:rPr>
              <a:t>Example: </a:t>
            </a:r>
            <a:r>
              <a:rPr b="0" i="0" lang="en-US" sz="2400" u="none" strike="noStrike">
                <a:solidFill>
                  <a:schemeClr val="dk2"/>
                </a:solidFill>
                <a:latin typeface="Trebuchet MS"/>
                <a:ea typeface="Trebuchet MS"/>
                <a:cs typeface="Trebuchet MS"/>
                <a:sym typeface="Trebuchet MS"/>
              </a:rPr>
              <a:t>A food company implements an EMP by regularly testing the air quality in its cleanrooms for microbial contamination and adjusting their cleaning protocols based on the results to maintain a sterile environment.</a:t>
            </a:r>
            <a:endParaRPr sz="2400">
              <a:solidFill>
                <a:schemeClr val="dk2"/>
              </a:solidFill>
              <a:latin typeface="Trebuchet MS"/>
              <a:ea typeface="Trebuchet MS"/>
              <a:cs typeface="Trebuchet MS"/>
              <a:sym typeface="Trebuchet MS"/>
            </a:endParaRPr>
          </a:p>
        </p:txBody>
      </p:sp>
      <p:sp>
        <p:nvSpPr>
          <p:cNvPr id="195" name="Google Shape;195;p6"/>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US"/>
              <a:t>Engr. Melanie D. Piedad, ABELE 2022 Topnotcher</a:t>
            </a:r>
            <a:endParaRPr/>
          </a:p>
        </p:txBody>
      </p:sp>
      <p:sp>
        <p:nvSpPr>
          <p:cNvPr id="196" name="Google Shape;196;p6"/>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7"/>
          <p:cNvSpPr txBox="1"/>
          <p:nvPr/>
        </p:nvSpPr>
        <p:spPr>
          <a:xfrm>
            <a:off x="947645" y="534990"/>
            <a:ext cx="8773871" cy="980301"/>
          </a:xfrm>
          <a:prstGeom prst="rect">
            <a:avLst/>
          </a:prstGeom>
          <a:noFill/>
          <a:ln>
            <a:noFill/>
          </a:ln>
        </p:spPr>
        <p:txBody>
          <a:bodyPr anchorCtr="0" anchor="t" bIns="45700" lIns="91425" spcFirstLastPara="1" rIns="91425" wrap="square" tIns="45700">
            <a:normAutofit/>
          </a:bodyPr>
          <a:lstStyle/>
          <a:p>
            <a:pPr indent="0" lvl="0" marL="0" marR="0" rtl="0" algn="just">
              <a:spcBef>
                <a:spcPts val="0"/>
              </a:spcBef>
              <a:spcAft>
                <a:spcPts val="0"/>
              </a:spcAft>
              <a:buClr>
                <a:schemeClr val="accent2"/>
              </a:buClr>
              <a:buSzPts val="4400"/>
              <a:buFont typeface="Trebuchet MS"/>
              <a:buNone/>
            </a:pPr>
            <a:r>
              <a:rPr b="1" lang="en-US" sz="4400">
                <a:solidFill>
                  <a:schemeClr val="accent2"/>
                </a:solidFill>
                <a:latin typeface="Trebuchet MS"/>
                <a:ea typeface="Trebuchet MS"/>
                <a:cs typeface="Trebuchet MS"/>
                <a:sym typeface="Trebuchet MS"/>
              </a:rPr>
              <a:t>Benefits of EMP…</a:t>
            </a:r>
            <a:endParaRPr/>
          </a:p>
        </p:txBody>
      </p:sp>
      <p:sp>
        <p:nvSpPr>
          <p:cNvPr id="202" name="Google Shape;202;p7"/>
          <p:cNvSpPr txBox="1"/>
          <p:nvPr/>
        </p:nvSpPr>
        <p:spPr>
          <a:xfrm>
            <a:off x="4676503" y="-1593669"/>
            <a:ext cx="30649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chemeClr val="dk1"/>
                </a:solidFill>
                <a:latin typeface="Trebuchet MS"/>
                <a:ea typeface="Trebuchet MS"/>
                <a:cs typeface="Trebuchet MS"/>
                <a:sym typeface="Trebuchet MS"/>
              </a:rPr>
              <a:t>F</a:t>
            </a:r>
            <a:endParaRPr/>
          </a:p>
        </p:txBody>
      </p:sp>
      <p:sp>
        <p:nvSpPr>
          <p:cNvPr id="203" name="Google Shape;203;p7"/>
          <p:cNvSpPr txBox="1"/>
          <p:nvPr/>
        </p:nvSpPr>
        <p:spPr>
          <a:xfrm>
            <a:off x="947645" y="1515290"/>
            <a:ext cx="8376829" cy="4608783"/>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Clr>
                <a:srgbClr val="536142"/>
              </a:buClr>
              <a:buSzPts val="2000"/>
              <a:buFont typeface="Trebuchet MS"/>
              <a:buNone/>
            </a:pPr>
            <a:r>
              <a:rPr b="1" lang="en-US" sz="2000">
                <a:solidFill>
                  <a:srgbClr val="536142"/>
                </a:solidFill>
                <a:latin typeface="Trebuchet MS"/>
                <a:ea typeface="Trebuchet MS"/>
                <a:cs typeface="Trebuchet MS"/>
                <a:sym typeface="Trebuchet MS"/>
              </a:rPr>
              <a:t>Contaminant Identification: </a:t>
            </a:r>
            <a:r>
              <a:rPr lang="en-US" sz="2000">
                <a:solidFill>
                  <a:srgbClr val="536142"/>
                </a:solidFill>
                <a:latin typeface="Trebuchet MS"/>
                <a:ea typeface="Trebuchet MS"/>
                <a:cs typeface="Trebuchet MS"/>
                <a:sym typeface="Trebuchet MS"/>
              </a:rPr>
              <a:t>EMPs can identify potential contaminants, such as pathogens or spoilage organisms, in the production environment, helping you direct your sanitation efforts and ensure product safety. </a:t>
            </a:r>
            <a:endParaRPr/>
          </a:p>
          <a:p>
            <a:pPr indent="0" lvl="0" marL="0" marR="0" rtl="0" algn="just">
              <a:spcBef>
                <a:spcPts val="800"/>
              </a:spcBef>
              <a:spcAft>
                <a:spcPts val="0"/>
              </a:spcAft>
              <a:buClr>
                <a:schemeClr val="accent1"/>
              </a:buClr>
              <a:buSzPts val="2000"/>
              <a:buFont typeface="Trebuchet MS"/>
              <a:buNone/>
            </a:pPr>
            <a:r>
              <a:t/>
            </a:r>
            <a:endParaRPr sz="2000">
              <a:solidFill>
                <a:srgbClr val="536142"/>
              </a:solidFill>
              <a:latin typeface="Trebuchet MS"/>
              <a:ea typeface="Trebuchet MS"/>
              <a:cs typeface="Trebuchet MS"/>
              <a:sym typeface="Trebuchet MS"/>
            </a:endParaRPr>
          </a:p>
          <a:p>
            <a:pPr indent="0" lvl="0" marL="0" marR="0" rtl="0" algn="just">
              <a:spcBef>
                <a:spcPts val="800"/>
              </a:spcBef>
              <a:spcAft>
                <a:spcPts val="0"/>
              </a:spcAft>
              <a:buClr>
                <a:srgbClr val="536142"/>
              </a:buClr>
              <a:buSzPts val="2000"/>
              <a:buFont typeface="Trebuchet MS"/>
              <a:buNone/>
            </a:pPr>
            <a:r>
              <a:rPr b="1" lang="en-US" sz="2000">
                <a:solidFill>
                  <a:srgbClr val="536142"/>
                </a:solidFill>
                <a:latin typeface="Trebuchet MS"/>
                <a:ea typeface="Trebuchet MS"/>
                <a:cs typeface="Trebuchet MS"/>
                <a:sym typeface="Trebuchet MS"/>
              </a:rPr>
              <a:t>Sanitation Verification: </a:t>
            </a:r>
            <a:r>
              <a:rPr lang="en-US" sz="2000">
                <a:solidFill>
                  <a:srgbClr val="536142"/>
                </a:solidFill>
                <a:latin typeface="Trebuchet MS"/>
                <a:ea typeface="Trebuchet MS"/>
                <a:cs typeface="Trebuchet MS"/>
                <a:sym typeface="Trebuchet MS"/>
              </a:rPr>
              <a:t>They can validate the efficacy of your sanitation processes and training programs, making sure these crucial safety measures are working as intended.</a:t>
            </a:r>
            <a:endParaRPr/>
          </a:p>
        </p:txBody>
      </p:sp>
      <p:sp>
        <p:nvSpPr>
          <p:cNvPr id="204" name="Google Shape;204;p7"/>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US"/>
              <a:t>Engr. Melanie D. Piedad, ABELE 2022 Topnotcher</a:t>
            </a:r>
            <a:endParaRPr/>
          </a:p>
        </p:txBody>
      </p:sp>
      <p:sp>
        <p:nvSpPr>
          <p:cNvPr id="205" name="Google Shape;205;p7"/>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206" name="Google Shape;206;p7"/>
          <p:cNvSpPr txBox="1"/>
          <p:nvPr/>
        </p:nvSpPr>
        <p:spPr>
          <a:xfrm>
            <a:off x="947645" y="5631990"/>
            <a:ext cx="6100010" cy="2539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50">
                <a:solidFill>
                  <a:schemeClr val="dk1"/>
                </a:solidFill>
                <a:latin typeface="Trebuchet MS"/>
                <a:ea typeface="Trebuchet MS"/>
                <a:cs typeface="Trebuchet MS"/>
                <a:sym typeface="Trebuchet MS"/>
              </a:rPr>
              <a:t>https://fsns.com/environmental-monitoring-programs-emp-for-food-safety-your-complete-guide/</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8"/>
          <p:cNvSpPr txBox="1"/>
          <p:nvPr/>
        </p:nvSpPr>
        <p:spPr>
          <a:xfrm>
            <a:off x="947645" y="534990"/>
            <a:ext cx="8773871" cy="980301"/>
          </a:xfrm>
          <a:prstGeom prst="rect">
            <a:avLst/>
          </a:prstGeom>
          <a:noFill/>
          <a:ln>
            <a:noFill/>
          </a:ln>
        </p:spPr>
        <p:txBody>
          <a:bodyPr anchorCtr="0" anchor="t" bIns="45700" lIns="91425" spcFirstLastPara="1" rIns="91425" wrap="square" tIns="45700">
            <a:normAutofit fontScale="92500"/>
          </a:bodyPr>
          <a:lstStyle/>
          <a:p>
            <a:pPr indent="0" lvl="0" marL="0" marR="0" rtl="0" algn="just">
              <a:spcBef>
                <a:spcPts val="0"/>
              </a:spcBef>
              <a:spcAft>
                <a:spcPts val="0"/>
              </a:spcAft>
              <a:buClr>
                <a:schemeClr val="accent2"/>
              </a:buClr>
              <a:buSzPct val="100000"/>
              <a:buFont typeface="Trebuchet MS"/>
              <a:buNone/>
            </a:pPr>
            <a:r>
              <a:rPr b="1" lang="en-US" sz="4400">
                <a:solidFill>
                  <a:schemeClr val="accent2"/>
                </a:solidFill>
                <a:latin typeface="Trebuchet MS"/>
                <a:ea typeface="Trebuchet MS"/>
                <a:cs typeface="Trebuchet MS"/>
                <a:sym typeface="Trebuchet MS"/>
              </a:rPr>
              <a:t>Environmental Monitoring Program</a:t>
            </a:r>
            <a:endParaRPr/>
          </a:p>
        </p:txBody>
      </p:sp>
      <p:sp>
        <p:nvSpPr>
          <p:cNvPr id="212" name="Google Shape;212;p8"/>
          <p:cNvSpPr txBox="1"/>
          <p:nvPr/>
        </p:nvSpPr>
        <p:spPr>
          <a:xfrm>
            <a:off x="4676503" y="-1593669"/>
            <a:ext cx="30649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chemeClr val="dk1"/>
                </a:solidFill>
                <a:latin typeface="Trebuchet MS"/>
                <a:ea typeface="Trebuchet MS"/>
                <a:cs typeface="Trebuchet MS"/>
                <a:sym typeface="Trebuchet MS"/>
              </a:rPr>
              <a:t>F</a:t>
            </a:r>
            <a:endParaRPr/>
          </a:p>
        </p:txBody>
      </p:sp>
      <p:sp>
        <p:nvSpPr>
          <p:cNvPr id="213" name="Google Shape;213;p8"/>
          <p:cNvSpPr txBox="1"/>
          <p:nvPr/>
        </p:nvSpPr>
        <p:spPr>
          <a:xfrm>
            <a:off x="947645" y="1515290"/>
            <a:ext cx="8376829" cy="4608783"/>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Clr>
                <a:srgbClr val="536142"/>
              </a:buClr>
              <a:buSzPts val="2000"/>
              <a:buFont typeface="Trebuchet MS"/>
              <a:buNone/>
            </a:pPr>
            <a:r>
              <a:rPr b="1" lang="en-US" sz="2000">
                <a:solidFill>
                  <a:srgbClr val="536142"/>
                </a:solidFill>
                <a:latin typeface="Trebuchet MS"/>
                <a:ea typeface="Trebuchet MS"/>
                <a:cs typeface="Trebuchet MS"/>
                <a:sym typeface="Trebuchet MS"/>
              </a:rPr>
              <a:t>Root-Cause Analysis: </a:t>
            </a:r>
            <a:r>
              <a:rPr lang="en-US" sz="2000">
                <a:solidFill>
                  <a:srgbClr val="536142"/>
                </a:solidFill>
                <a:latin typeface="Trebuchet MS"/>
                <a:ea typeface="Trebuchet MS"/>
                <a:cs typeface="Trebuchet MS"/>
                <a:sym typeface="Trebuchet MS"/>
              </a:rPr>
              <a:t>EMPs can help identify root-cause issues, leading to improved process controls and cost reductions.</a:t>
            </a:r>
            <a:endParaRPr/>
          </a:p>
          <a:p>
            <a:pPr indent="0" lvl="0" marL="0" marR="0" rtl="0" algn="just">
              <a:spcBef>
                <a:spcPts val="800"/>
              </a:spcBef>
              <a:spcAft>
                <a:spcPts val="0"/>
              </a:spcAft>
              <a:buClr>
                <a:schemeClr val="accent1"/>
              </a:buClr>
              <a:buSzPts val="2000"/>
              <a:buFont typeface="Trebuchet MS"/>
              <a:buNone/>
            </a:pPr>
            <a:r>
              <a:t/>
            </a:r>
            <a:endParaRPr sz="2000">
              <a:solidFill>
                <a:srgbClr val="536142"/>
              </a:solidFill>
              <a:latin typeface="Trebuchet MS"/>
              <a:ea typeface="Trebuchet MS"/>
              <a:cs typeface="Trebuchet MS"/>
              <a:sym typeface="Trebuchet MS"/>
            </a:endParaRPr>
          </a:p>
          <a:p>
            <a:pPr indent="0" lvl="0" marL="0" marR="0" rtl="0" algn="just">
              <a:spcBef>
                <a:spcPts val="800"/>
              </a:spcBef>
              <a:spcAft>
                <a:spcPts val="0"/>
              </a:spcAft>
              <a:buClr>
                <a:srgbClr val="536142"/>
              </a:buClr>
              <a:buSzPts val="2000"/>
              <a:buFont typeface="Trebuchet MS"/>
              <a:buNone/>
            </a:pPr>
            <a:r>
              <a:rPr b="1" lang="en-US" sz="2000">
                <a:solidFill>
                  <a:srgbClr val="536142"/>
                </a:solidFill>
                <a:latin typeface="Trebuchet MS"/>
                <a:ea typeface="Trebuchet MS"/>
                <a:cs typeface="Trebuchet MS"/>
                <a:sym typeface="Trebuchet MS"/>
              </a:rPr>
              <a:t>Hygiene Data Collection: </a:t>
            </a:r>
            <a:r>
              <a:rPr lang="en-US" sz="2000">
                <a:solidFill>
                  <a:srgbClr val="536142"/>
                </a:solidFill>
                <a:latin typeface="Trebuchet MS"/>
                <a:ea typeface="Trebuchet MS"/>
                <a:cs typeface="Trebuchet MS"/>
                <a:sym typeface="Trebuchet MS"/>
              </a:rPr>
              <a:t>They provide valuable data about the overall hygiene of your production facility, offering insights to inform further improvements.</a:t>
            </a:r>
            <a:endParaRPr/>
          </a:p>
          <a:p>
            <a:pPr indent="0" lvl="0" marL="0" marR="0" rtl="0" algn="just">
              <a:spcBef>
                <a:spcPts val="800"/>
              </a:spcBef>
              <a:spcAft>
                <a:spcPts val="0"/>
              </a:spcAft>
              <a:buClr>
                <a:schemeClr val="accent1"/>
              </a:buClr>
              <a:buSzPts val="2000"/>
              <a:buFont typeface="Trebuchet MS"/>
              <a:buNone/>
            </a:pPr>
            <a:r>
              <a:t/>
            </a:r>
            <a:endParaRPr sz="2000">
              <a:solidFill>
                <a:srgbClr val="536142"/>
              </a:solidFill>
              <a:latin typeface="Trebuchet MS"/>
              <a:ea typeface="Trebuchet MS"/>
              <a:cs typeface="Trebuchet MS"/>
              <a:sym typeface="Trebuchet MS"/>
            </a:endParaRPr>
          </a:p>
          <a:p>
            <a:pPr indent="0" lvl="0" marL="0" marR="0" rtl="0" algn="just">
              <a:spcBef>
                <a:spcPts val="800"/>
              </a:spcBef>
              <a:spcAft>
                <a:spcPts val="0"/>
              </a:spcAft>
              <a:buClr>
                <a:srgbClr val="536142"/>
              </a:buClr>
              <a:buSzPts val="2000"/>
              <a:buFont typeface="Trebuchet MS"/>
              <a:buNone/>
            </a:pPr>
            <a:r>
              <a:rPr b="1" lang="en-US" sz="2000">
                <a:solidFill>
                  <a:srgbClr val="536142"/>
                </a:solidFill>
                <a:latin typeface="Trebuchet MS"/>
                <a:ea typeface="Trebuchet MS"/>
                <a:cs typeface="Trebuchet MS"/>
                <a:sym typeface="Trebuchet MS"/>
              </a:rPr>
              <a:t>Equipment Maintenance: </a:t>
            </a:r>
            <a:r>
              <a:rPr lang="en-US" sz="2000">
                <a:solidFill>
                  <a:srgbClr val="536142"/>
                </a:solidFill>
                <a:latin typeface="Trebuchet MS"/>
                <a:ea typeface="Trebuchet MS"/>
                <a:cs typeface="Trebuchet MS"/>
                <a:sym typeface="Trebuchet MS"/>
              </a:rPr>
              <a:t>EMPs can uncover issues with equipment that require maintenance, helping your team address minor problems before they escalate into major challenges</a:t>
            </a:r>
            <a:endParaRPr/>
          </a:p>
        </p:txBody>
      </p:sp>
      <p:sp>
        <p:nvSpPr>
          <p:cNvPr id="214" name="Google Shape;214;p8"/>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US"/>
              <a:t>Engr. Melanie D. Piedad, ABELE 2022 Topnotcher</a:t>
            </a:r>
            <a:endParaRPr/>
          </a:p>
        </p:txBody>
      </p:sp>
      <p:sp>
        <p:nvSpPr>
          <p:cNvPr id="215" name="Google Shape;215;p8"/>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216" name="Google Shape;216;p8"/>
          <p:cNvSpPr txBox="1"/>
          <p:nvPr/>
        </p:nvSpPr>
        <p:spPr>
          <a:xfrm>
            <a:off x="947645" y="5631990"/>
            <a:ext cx="6100010" cy="2539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50">
                <a:solidFill>
                  <a:schemeClr val="dk1"/>
                </a:solidFill>
                <a:latin typeface="Trebuchet MS"/>
                <a:ea typeface="Trebuchet MS"/>
                <a:cs typeface="Trebuchet MS"/>
                <a:sym typeface="Trebuchet MS"/>
              </a:rPr>
              <a:t>https://fsns.com/environmental-monitoring-programs-emp-for-food-safety-your-complete-guide/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9"/>
          <p:cNvSpPr txBox="1"/>
          <p:nvPr/>
        </p:nvSpPr>
        <p:spPr>
          <a:xfrm>
            <a:off x="947645" y="534990"/>
            <a:ext cx="8773871" cy="980301"/>
          </a:xfrm>
          <a:prstGeom prst="rect">
            <a:avLst/>
          </a:prstGeom>
          <a:noFill/>
          <a:ln>
            <a:noFill/>
          </a:ln>
        </p:spPr>
        <p:txBody>
          <a:bodyPr anchorCtr="0" anchor="t" bIns="45700" lIns="91425" spcFirstLastPara="1" rIns="91425" wrap="square" tIns="45700">
            <a:normAutofit fontScale="77500" lnSpcReduction="20000"/>
          </a:bodyPr>
          <a:lstStyle/>
          <a:p>
            <a:pPr indent="0" lvl="0" marL="0" marR="0" rtl="0" algn="just">
              <a:spcBef>
                <a:spcPts val="0"/>
              </a:spcBef>
              <a:spcAft>
                <a:spcPts val="0"/>
              </a:spcAft>
              <a:buClr>
                <a:schemeClr val="accent2"/>
              </a:buClr>
              <a:buSzPct val="100000"/>
              <a:buFont typeface="Trebuchet MS"/>
              <a:buNone/>
            </a:pPr>
            <a:r>
              <a:rPr b="1" lang="en-US" sz="4400">
                <a:solidFill>
                  <a:schemeClr val="accent2"/>
                </a:solidFill>
                <a:latin typeface="Trebuchet MS"/>
                <a:ea typeface="Trebuchet MS"/>
                <a:cs typeface="Trebuchet MS"/>
                <a:sym typeface="Trebuchet MS"/>
              </a:rPr>
              <a:t>Hazard Analysis &amp; Critical Control Point</a:t>
            </a:r>
            <a:endParaRPr/>
          </a:p>
        </p:txBody>
      </p:sp>
      <p:sp>
        <p:nvSpPr>
          <p:cNvPr id="222" name="Google Shape;222;p9"/>
          <p:cNvSpPr txBox="1"/>
          <p:nvPr/>
        </p:nvSpPr>
        <p:spPr>
          <a:xfrm>
            <a:off x="4676503" y="-1593669"/>
            <a:ext cx="30649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chemeClr val="dk1"/>
                </a:solidFill>
                <a:latin typeface="Trebuchet MS"/>
                <a:ea typeface="Trebuchet MS"/>
                <a:cs typeface="Trebuchet MS"/>
                <a:sym typeface="Trebuchet MS"/>
              </a:rPr>
              <a:t>F</a:t>
            </a:r>
            <a:endParaRPr/>
          </a:p>
        </p:txBody>
      </p:sp>
      <p:sp>
        <p:nvSpPr>
          <p:cNvPr id="223" name="Google Shape;223;p9"/>
          <p:cNvSpPr txBox="1"/>
          <p:nvPr/>
        </p:nvSpPr>
        <p:spPr>
          <a:xfrm>
            <a:off x="947645" y="1310746"/>
            <a:ext cx="8376829" cy="4608783"/>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Clr>
                <a:srgbClr val="536142"/>
              </a:buClr>
              <a:buSzPts val="2400"/>
              <a:buFont typeface="Trebuchet MS"/>
              <a:buNone/>
            </a:pPr>
            <a:r>
              <a:rPr lang="en-US" sz="2400">
                <a:solidFill>
                  <a:srgbClr val="536142"/>
                </a:solidFill>
                <a:latin typeface="Trebuchet MS"/>
                <a:ea typeface="Trebuchet MS"/>
                <a:cs typeface="Trebuchet MS"/>
                <a:sym typeface="Trebuchet MS"/>
              </a:rPr>
              <a:t>HACCP is a systematic preventive approach to food safety that identifies physical, chemical, and biological hazards in production processes that can cause the finished product to be unsafe. It designs measurements to reduce these risks to safe levels.</a:t>
            </a:r>
            <a:endParaRPr/>
          </a:p>
          <a:p>
            <a:pPr indent="0" lvl="0" marL="0" marR="0" rtl="0" algn="just">
              <a:spcBef>
                <a:spcPts val="800"/>
              </a:spcBef>
              <a:spcAft>
                <a:spcPts val="0"/>
              </a:spcAft>
              <a:buClr>
                <a:schemeClr val="accent1"/>
              </a:buClr>
              <a:buSzPts val="2400"/>
              <a:buFont typeface="Trebuchet MS"/>
              <a:buNone/>
            </a:pPr>
            <a:r>
              <a:t/>
            </a:r>
            <a:endParaRPr sz="2400">
              <a:solidFill>
                <a:srgbClr val="536142"/>
              </a:solidFill>
              <a:latin typeface="Trebuchet MS"/>
              <a:ea typeface="Trebuchet MS"/>
              <a:cs typeface="Trebuchet MS"/>
              <a:sym typeface="Trebuchet MS"/>
            </a:endParaRPr>
          </a:p>
          <a:p>
            <a:pPr indent="0" lvl="0" marL="0" marR="0" rtl="0" algn="just">
              <a:spcBef>
                <a:spcPts val="800"/>
              </a:spcBef>
              <a:spcAft>
                <a:spcPts val="0"/>
              </a:spcAft>
              <a:buClr>
                <a:srgbClr val="536142"/>
              </a:buClr>
              <a:buSzPts val="2400"/>
              <a:buFont typeface="Trebuchet MS"/>
              <a:buNone/>
            </a:pPr>
            <a:r>
              <a:rPr b="1" lang="en-US" sz="2400">
                <a:solidFill>
                  <a:srgbClr val="536142"/>
                </a:solidFill>
                <a:latin typeface="Trebuchet MS"/>
                <a:ea typeface="Trebuchet MS"/>
                <a:cs typeface="Trebuchet MS"/>
                <a:sym typeface="Trebuchet MS"/>
              </a:rPr>
              <a:t>Example: </a:t>
            </a:r>
            <a:r>
              <a:rPr b="0" i="0" lang="en-US" sz="2400" u="none" strike="noStrike">
                <a:solidFill>
                  <a:schemeClr val="dk2"/>
                </a:solidFill>
                <a:latin typeface="Trebuchet MS"/>
                <a:ea typeface="Trebuchet MS"/>
                <a:cs typeface="Trebuchet MS"/>
                <a:sym typeface="Trebuchet MS"/>
              </a:rPr>
              <a:t>A seafood company uses HACCP to identify potential hazards such as histamine formation in tuna. They implement critical control points, such as maintaining proper temperature control during storage and transportation, and monitor these points to ensure product safety.</a:t>
            </a:r>
            <a:endParaRPr/>
          </a:p>
          <a:p>
            <a:pPr indent="0" lvl="0" marL="0" marR="0" rtl="0" algn="just">
              <a:spcBef>
                <a:spcPts val="800"/>
              </a:spcBef>
              <a:spcAft>
                <a:spcPts val="0"/>
              </a:spcAft>
              <a:buClr>
                <a:schemeClr val="accent1"/>
              </a:buClr>
              <a:buSzPts val="2400"/>
              <a:buFont typeface="Trebuchet MS"/>
              <a:buNone/>
            </a:pPr>
            <a:r>
              <a:t/>
            </a:r>
            <a:endParaRPr sz="2400">
              <a:solidFill>
                <a:schemeClr val="dk2"/>
              </a:solidFill>
              <a:latin typeface="Trebuchet MS"/>
              <a:ea typeface="Trebuchet MS"/>
              <a:cs typeface="Trebuchet MS"/>
              <a:sym typeface="Trebuchet MS"/>
            </a:endParaRPr>
          </a:p>
        </p:txBody>
      </p:sp>
      <p:sp>
        <p:nvSpPr>
          <p:cNvPr id="224" name="Google Shape;224;p9"/>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US"/>
              <a:t>Engr. Melanie D. Piedad, ABELE 2022 Topnotcher</a:t>
            </a:r>
            <a:endParaRPr/>
          </a:p>
        </p:txBody>
      </p:sp>
      <p:sp>
        <p:nvSpPr>
          <p:cNvPr id="225" name="Google Shape;225;p9"/>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10"/>
          <p:cNvSpPr txBox="1"/>
          <p:nvPr/>
        </p:nvSpPr>
        <p:spPr>
          <a:xfrm>
            <a:off x="947645" y="534990"/>
            <a:ext cx="8773871" cy="980301"/>
          </a:xfrm>
          <a:prstGeom prst="rect">
            <a:avLst/>
          </a:prstGeom>
          <a:noFill/>
          <a:ln>
            <a:noFill/>
          </a:ln>
        </p:spPr>
        <p:txBody>
          <a:bodyPr anchorCtr="0" anchor="t" bIns="45700" lIns="91425" spcFirstLastPara="1" rIns="91425" wrap="square" tIns="45700">
            <a:normAutofit/>
          </a:bodyPr>
          <a:lstStyle/>
          <a:p>
            <a:pPr indent="0" lvl="0" marL="0" marR="0" rtl="0" algn="just">
              <a:spcBef>
                <a:spcPts val="0"/>
              </a:spcBef>
              <a:spcAft>
                <a:spcPts val="0"/>
              </a:spcAft>
              <a:buClr>
                <a:schemeClr val="accent2"/>
              </a:buClr>
              <a:buSzPts val="4400"/>
              <a:buFont typeface="Trebuchet MS"/>
              <a:buNone/>
            </a:pPr>
            <a:r>
              <a:rPr b="1" lang="en-US" sz="4400">
                <a:solidFill>
                  <a:schemeClr val="accent2"/>
                </a:solidFill>
                <a:latin typeface="Trebuchet MS"/>
                <a:ea typeface="Trebuchet MS"/>
                <a:cs typeface="Trebuchet MS"/>
                <a:sym typeface="Trebuchet MS"/>
              </a:rPr>
              <a:t>HACCP Principles</a:t>
            </a:r>
            <a:endParaRPr/>
          </a:p>
        </p:txBody>
      </p:sp>
      <p:sp>
        <p:nvSpPr>
          <p:cNvPr id="231" name="Google Shape;231;p10"/>
          <p:cNvSpPr txBox="1"/>
          <p:nvPr/>
        </p:nvSpPr>
        <p:spPr>
          <a:xfrm>
            <a:off x="4676503" y="-1593669"/>
            <a:ext cx="30649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chemeClr val="dk1"/>
                </a:solidFill>
                <a:latin typeface="Trebuchet MS"/>
                <a:ea typeface="Trebuchet MS"/>
                <a:cs typeface="Trebuchet MS"/>
                <a:sym typeface="Trebuchet MS"/>
              </a:rPr>
              <a:t>F</a:t>
            </a:r>
            <a:endParaRPr/>
          </a:p>
        </p:txBody>
      </p:sp>
      <p:sp>
        <p:nvSpPr>
          <p:cNvPr id="232" name="Google Shape;232;p10"/>
          <p:cNvSpPr txBox="1"/>
          <p:nvPr/>
        </p:nvSpPr>
        <p:spPr>
          <a:xfrm>
            <a:off x="947645" y="1310746"/>
            <a:ext cx="8882155" cy="4608783"/>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Clr>
                <a:schemeClr val="dk2"/>
              </a:buClr>
              <a:buSzPts val="2200"/>
              <a:buFont typeface="Trebuchet MS"/>
              <a:buNone/>
            </a:pPr>
            <a:r>
              <a:rPr b="0" i="0" lang="en-US" sz="2200" u="none" strike="noStrike">
                <a:solidFill>
                  <a:schemeClr val="dk2"/>
                </a:solidFill>
                <a:latin typeface="Trebuchet MS"/>
                <a:ea typeface="Trebuchet MS"/>
                <a:cs typeface="Trebuchet MS"/>
                <a:sym typeface="Trebuchet MS"/>
              </a:rPr>
              <a:t>HACCP is a systematic approach to the identification, evaluation, and control of food safety hazards based on the following seven principles:</a:t>
            </a:r>
            <a:endParaRPr/>
          </a:p>
          <a:p>
            <a:pPr indent="0" lvl="0" marL="0" marR="0" rtl="0" algn="just">
              <a:spcBef>
                <a:spcPts val="0"/>
              </a:spcBef>
              <a:spcAft>
                <a:spcPts val="0"/>
              </a:spcAft>
              <a:buClr>
                <a:schemeClr val="accent1"/>
              </a:buClr>
              <a:buSzPts val="2200"/>
              <a:buFont typeface="Trebuchet MS"/>
              <a:buNone/>
            </a:pPr>
            <a:r>
              <a:t/>
            </a:r>
            <a:endParaRPr b="0" i="0" sz="2200" u="none" strike="noStrike">
              <a:solidFill>
                <a:schemeClr val="dk2"/>
              </a:solidFill>
              <a:latin typeface="Trebuchet MS"/>
              <a:ea typeface="Trebuchet MS"/>
              <a:cs typeface="Trebuchet MS"/>
              <a:sym typeface="Trebuchet MS"/>
            </a:endParaRPr>
          </a:p>
          <a:p>
            <a:pPr indent="0" lvl="0" marL="0" marR="0" rtl="0" algn="l">
              <a:spcBef>
                <a:spcPts val="0"/>
              </a:spcBef>
              <a:spcAft>
                <a:spcPts val="0"/>
              </a:spcAft>
              <a:buClr>
                <a:schemeClr val="dk2"/>
              </a:buClr>
              <a:buSzPts val="2200"/>
              <a:buFont typeface="Trebuchet MS"/>
              <a:buNone/>
            </a:pPr>
            <a:r>
              <a:rPr b="1" i="0" lang="en-US" sz="2200" u="none" strike="noStrike">
                <a:solidFill>
                  <a:schemeClr val="dk2"/>
                </a:solidFill>
                <a:latin typeface="Trebuchet MS"/>
                <a:ea typeface="Trebuchet MS"/>
                <a:cs typeface="Trebuchet MS"/>
                <a:sym typeface="Trebuchet MS"/>
              </a:rPr>
              <a:t>Principle 1: </a:t>
            </a:r>
            <a:r>
              <a:rPr b="0" i="0" lang="en-US" sz="2200" u="none" strike="noStrike">
                <a:solidFill>
                  <a:schemeClr val="dk2"/>
                </a:solidFill>
                <a:latin typeface="Trebuchet MS"/>
                <a:ea typeface="Trebuchet MS"/>
                <a:cs typeface="Trebuchet MS"/>
                <a:sym typeface="Trebuchet MS"/>
              </a:rPr>
              <a:t>Conduct a hazard analysis.</a:t>
            </a:r>
            <a:endParaRPr/>
          </a:p>
          <a:p>
            <a:pPr indent="0" lvl="0" marL="0" marR="0" rtl="0" algn="l">
              <a:spcBef>
                <a:spcPts val="0"/>
              </a:spcBef>
              <a:spcAft>
                <a:spcPts val="0"/>
              </a:spcAft>
              <a:buClr>
                <a:schemeClr val="dk2"/>
              </a:buClr>
              <a:buSzPts val="2200"/>
              <a:buFont typeface="Trebuchet MS"/>
              <a:buNone/>
            </a:pPr>
            <a:r>
              <a:rPr b="1" i="0" lang="en-US" sz="2200" u="none" strike="noStrike">
                <a:solidFill>
                  <a:schemeClr val="dk2"/>
                </a:solidFill>
                <a:latin typeface="Trebuchet MS"/>
                <a:ea typeface="Trebuchet MS"/>
                <a:cs typeface="Trebuchet MS"/>
                <a:sym typeface="Trebuchet MS"/>
              </a:rPr>
              <a:t>Principle 2: </a:t>
            </a:r>
            <a:r>
              <a:rPr b="0" i="0" lang="en-US" sz="2200" u="none" strike="noStrike">
                <a:solidFill>
                  <a:schemeClr val="dk2"/>
                </a:solidFill>
                <a:latin typeface="Trebuchet MS"/>
                <a:ea typeface="Trebuchet MS"/>
                <a:cs typeface="Trebuchet MS"/>
                <a:sym typeface="Trebuchet MS"/>
              </a:rPr>
              <a:t>Determine the critical control points (CCPs).</a:t>
            </a:r>
            <a:endParaRPr/>
          </a:p>
          <a:p>
            <a:pPr indent="0" lvl="0" marL="0" marR="0" rtl="0" algn="l">
              <a:spcBef>
                <a:spcPts val="0"/>
              </a:spcBef>
              <a:spcAft>
                <a:spcPts val="0"/>
              </a:spcAft>
              <a:buClr>
                <a:schemeClr val="dk2"/>
              </a:buClr>
              <a:buSzPts val="2200"/>
              <a:buFont typeface="Trebuchet MS"/>
              <a:buNone/>
            </a:pPr>
            <a:r>
              <a:rPr b="1" i="0" lang="en-US" sz="2200" u="none" strike="noStrike">
                <a:solidFill>
                  <a:schemeClr val="dk2"/>
                </a:solidFill>
                <a:latin typeface="Trebuchet MS"/>
                <a:ea typeface="Trebuchet MS"/>
                <a:cs typeface="Trebuchet MS"/>
                <a:sym typeface="Trebuchet MS"/>
              </a:rPr>
              <a:t>Principle 3: </a:t>
            </a:r>
            <a:r>
              <a:rPr b="0" i="0" lang="en-US" sz="2200" u="none" strike="noStrike">
                <a:solidFill>
                  <a:schemeClr val="dk2"/>
                </a:solidFill>
                <a:latin typeface="Trebuchet MS"/>
                <a:ea typeface="Trebuchet MS"/>
                <a:cs typeface="Trebuchet MS"/>
                <a:sym typeface="Trebuchet MS"/>
              </a:rPr>
              <a:t>Establish critical limits.</a:t>
            </a:r>
            <a:endParaRPr/>
          </a:p>
          <a:p>
            <a:pPr indent="0" lvl="0" marL="0" marR="0" rtl="0" algn="l">
              <a:spcBef>
                <a:spcPts val="0"/>
              </a:spcBef>
              <a:spcAft>
                <a:spcPts val="0"/>
              </a:spcAft>
              <a:buClr>
                <a:schemeClr val="dk2"/>
              </a:buClr>
              <a:buSzPts val="2200"/>
              <a:buFont typeface="Trebuchet MS"/>
              <a:buNone/>
            </a:pPr>
            <a:r>
              <a:rPr b="1" i="0" lang="en-US" sz="2200" u="none" strike="noStrike">
                <a:solidFill>
                  <a:schemeClr val="dk2"/>
                </a:solidFill>
                <a:latin typeface="Trebuchet MS"/>
                <a:ea typeface="Trebuchet MS"/>
                <a:cs typeface="Trebuchet MS"/>
                <a:sym typeface="Trebuchet MS"/>
              </a:rPr>
              <a:t>Principle 4: </a:t>
            </a:r>
            <a:r>
              <a:rPr b="0" i="0" lang="en-US" sz="2200" u="none" strike="noStrike">
                <a:solidFill>
                  <a:schemeClr val="dk2"/>
                </a:solidFill>
                <a:latin typeface="Trebuchet MS"/>
                <a:ea typeface="Trebuchet MS"/>
                <a:cs typeface="Trebuchet MS"/>
                <a:sym typeface="Trebuchet MS"/>
              </a:rPr>
              <a:t>Establish monitoring procedures.</a:t>
            </a:r>
            <a:endParaRPr/>
          </a:p>
          <a:p>
            <a:pPr indent="0" lvl="0" marL="0" marR="0" rtl="0" algn="l">
              <a:spcBef>
                <a:spcPts val="0"/>
              </a:spcBef>
              <a:spcAft>
                <a:spcPts val="0"/>
              </a:spcAft>
              <a:buClr>
                <a:schemeClr val="dk2"/>
              </a:buClr>
              <a:buSzPts val="2200"/>
              <a:buFont typeface="Trebuchet MS"/>
              <a:buNone/>
            </a:pPr>
            <a:r>
              <a:rPr b="1" i="0" lang="en-US" sz="2200" u="none" strike="noStrike">
                <a:solidFill>
                  <a:schemeClr val="dk2"/>
                </a:solidFill>
                <a:latin typeface="Trebuchet MS"/>
                <a:ea typeface="Trebuchet MS"/>
                <a:cs typeface="Trebuchet MS"/>
                <a:sym typeface="Trebuchet MS"/>
              </a:rPr>
              <a:t>Principle 5: </a:t>
            </a:r>
            <a:r>
              <a:rPr b="0" i="0" lang="en-US" sz="2200" u="none" strike="noStrike">
                <a:solidFill>
                  <a:schemeClr val="dk2"/>
                </a:solidFill>
                <a:latin typeface="Trebuchet MS"/>
                <a:ea typeface="Trebuchet MS"/>
                <a:cs typeface="Trebuchet MS"/>
                <a:sym typeface="Trebuchet MS"/>
              </a:rPr>
              <a:t>Establish corrective actions.</a:t>
            </a:r>
            <a:endParaRPr/>
          </a:p>
          <a:p>
            <a:pPr indent="0" lvl="0" marL="0" marR="0" rtl="0" algn="l">
              <a:spcBef>
                <a:spcPts val="0"/>
              </a:spcBef>
              <a:spcAft>
                <a:spcPts val="0"/>
              </a:spcAft>
              <a:buClr>
                <a:schemeClr val="dk2"/>
              </a:buClr>
              <a:buSzPts val="2200"/>
              <a:buFont typeface="Trebuchet MS"/>
              <a:buNone/>
            </a:pPr>
            <a:r>
              <a:rPr b="1" i="0" lang="en-US" sz="2200" u="none" strike="noStrike">
                <a:solidFill>
                  <a:schemeClr val="dk2"/>
                </a:solidFill>
                <a:latin typeface="Trebuchet MS"/>
                <a:ea typeface="Trebuchet MS"/>
                <a:cs typeface="Trebuchet MS"/>
                <a:sym typeface="Trebuchet MS"/>
              </a:rPr>
              <a:t>Principle 6: </a:t>
            </a:r>
            <a:r>
              <a:rPr b="0" i="0" lang="en-US" sz="2200" u="none" strike="noStrike">
                <a:solidFill>
                  <a:schemeClr val="dk2"/>
                </a:solidFill>
                <a:latin typeface="Trebuchet MS"/>
                <a:ea typeface="Trebuchet MS"/>
                <a:cs typeface="Trebuchet MS"/>
                <a:sym typeface="Trebuchet MS"/>
              </a:rPr>
              <a:t>Establish verification procedures.</a:t>
            </a:r>
            <a:endParaRPr/>
          </a:p>
          <a:p>
            <a:pPr indent="0" lvl="0" marL="0" marR="0" rtl="0" algn="l">
              <a:spcBef>
                <a:spcPts val="0"/>
              </a:spcBef>
              <a:spcAft>
                <a:spcPts val="0"/>
              </a:spcAft>
              <a:buClr>
                <a:schemeClr val="dk2"/>
              </a:buClr>
              <a:buSzPts val="2200"/>
              <a:buFont typeface="Trebuchet MS"/>
              <a:buNone/>
            </a:pPr>
            <a:r>
              <a:rPr b="1" i="0" lang="en-US" sz="2200" u="none" strike="noStrike">
                <a:solidFill>
                  <a:schemeClr val="dk2"/>
                </a:solidFill>
                <a:latin typeface="Trebuchet MS"/>
                <a:ea typeface="Trebuchet MS"/>
                <a:cs typeface="Trebuchet MS"/>
                <a:sym typeface="Trebuchet MS"/>
              </a:rPr>
              <a:t>Principle 7: </a:t>
            </a:r>
            <a:r>
              <a:rPr b="0" i="0" lang="en-US" sz="2200" u="none" strike="noStrike">
                <a:solidFill>
                  <a:schemeClr val="dk2"/>
                </a:solidFill>
                <a:latin typeface="Trebuchet MS"/>
                <a:ea typeface="Trebuchet MS"/>
                <a:cs typeface="Trebuchet MS"/>
                <a:sym typeface="Trebuchet MS"/>
              </a:rPr>
              <a:t>Establish record-keeping and documentation procedures</a:t>
            </a:r>
            <a:endParaRPr/>
          </a:p>
        </p:txBody>
      </p:sp>
      <p:sp>
        <p:nvSpPr>
          <p:cNvPr id="233" name="Google Shape;233;p10"/>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US"/>
              <a:t>Engr. Melanie D. Piedad, ABELE 2022 Topnotcher</a:t>
            </a:r>
            <a:endParaRPr/>
          </a:p>
        </p:txBody>
      </p:sp>
      <p:sp>
        <p:nvSpPr>
          <p:cNvPr id="234" name="Google Shape;234;p10"/>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235" name="Google Shape;235;p10"/>
          <p:cNvSpPr txBox="1"/>
          <p:nvPr/>
        </p:nvSpPr>
        <p:spPr>
          <a:xfrm>
            <a:off x="947644" y="5547254"/>
            <a:ext cx="7643019" cy="2539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050">
                <a:solidFill>
                  <a:schemeClr val="dk1"/>
                </a:solidFill>
                <a:latin typeface="Trebuchet MS"/>
                <a:ea typeface="Trebuchet MS"/>
                <a:cs typeface="Trebuchet MS"/>
                <a:sym typeface="Trebuchet MS"/>
              </a:rPr>
              <a:t>Read this: https://www.fda.gov/food/hazard-analysis-critical-control-point-haccp/haccp-principles-application-guidelines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9" name="Shape 239"/>
        <p:cNvGrpSpPr/>
        <p:nvPr/>
      </p:nvGrpSpPr>
      <p:grpSpPr>
        <a:xfrm>
          <a:off x="0" y="0"/>
          <a:ext cx="0" cy="0"/>
          <a:chOff x="0" y="0"/>
          <a:chExt cx="0" cy="0"/>
        </a:xfrm>
      </p:grpSpPr>
      <p:sp>
        <p:nvSpPr>
          <p:cNvPr id="240" name="Google Shape;240;p11"/>
          <p:cNvSpPr txBox="1"/>
          <p:nvPr/>
        </p:nvSpPr>
        <p:spPr>
          <a:xfrm>
            <a:off x="947645" y="1515290"/>
            <a:ext cx="8593397" cy="4608783"/>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Systematic procedures for assessing the cleanliness and safety of the manufacturing environment.</a:t>
            </a:r>
            <a:endParaRPr/>
          </a:p>
          <a:p>
            <a:pPr indent="0" lvl="0" marL="0" marR="0" rtl="0" algn="just">
              <a:spcBef>
                <a:spcPts val="0"/>
              </a:spcBef>
              <a:spcAft>
                <a:spcPts val="0"/>
              </a:spcAft>
              <a:buClr>
                <a:schemeClr val="accent1"/>
              </a:buClr>
              <a:buSzPts val="2800"/>
              <a:buFont typeface="Trebuchet MS"/>
              <a:buNone/>
            </a:pPr>
            <a:r>
              <a:t/>
            </a:r>
            <a:endParaRPr sz="2800">
              <a:solidFill>
                <a:schemeClr val="dk2"/>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	a. GMP</a:t>
            </a:r>
            <a:endParaRPr/>
          </a:p>
          <a:p>
            <a:pPr indent="0" lvl="0" marL="0" marR="0" rtl="0" algn="l">
              <a:lnSpc>
                <a:spcPct val="100000"/>
              </a:lnSpc>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	b. EMP</a:t>
            </a:r>
            <a:endParaRPr/>
          </a:p>
          <a:p>
            <a:pPr indent="0" lvl="0" marL="0" marR="0" rtl="0" algn="l">
              <a:lnSpc>
                <a:spcPct val="100000"/>
              </a:lnSpc>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	c. </a:t>
            </a:r>
            <a:r>
              <a:rPr lang="en-US" sz="2800">
                <a:solidFill>
                  <a:schemeClr val="dk2"/>
                </a:solidFill>
                <a:latin typeface="Trebuchet MS"/>
                <a:ea typeface="Trebuchet MS"/>
                <a:cs typeface="Trebuchet MS"/>
                <a:sym typeface="Trebuchet MS"/>
              </a:rPr>
              <a:t>SSOP</a:t>
            </a:r>
            <a:endParaRPr sz="2800">
              <a:solidFill>
                <a:schemeClr val="dk2"/>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	d. </a:t>
            </a:r>
            <a:r>
              <a:rPr lang="en-US" sz="2800">
                <a:solidFill>
                  <a:schemeClr val="dk2"/>
                </a:solidFill>
                <a:latin typeface="Trebuchet MS"/>
                <a:ea typeface="Trebuchet MS"/>
                <a:cs typeface="Trebuchet MS"/>
                <a:sym typeface="Trebuchet MS"/>
              </a:rPr>
              <a:t>HACCP</a:t>
            </a:r>
            <a:endParaRPr/>
          </a:p>
          <a:p>
            <a:pPr indent="0" lvl="0" marL="0" marR="0" rtl="0" algn="l">
              <a:lnSpc>
                <a:spcPct val="100000"/>
              </a:lnSpc>
              <a:spcBef>
                <a:spcPts val="0"/>
              </a:spcBef>
              <a:spcAft>
                <a:spcPts val="0"/>
              </a:spcAft>
              <a:buClr>
                <a:schemeClr val="accent1"/>
              </a:buClr>
              <a:buSzPts val="2800"/>
              <a:buFont typeface="Trebuchet MS"/>
              <a:buNone/>
            </a:pPr>
            <a:r>
              <a:t/>
            </a:r>
            <a:endParaRPr sz="2800">
              <a:solidFill>
                <a:schemeClr val="dk2"/>
              </a:solidFill>
              <a:latin typeface="Trebuchet MS"/>
              <a:ea typeface="Trebuchet MS"/>
              <a:cs typeface="Trebuchet MS"/>
              <a:sym typeface="Trebuchet MS"/>
            </a:endParaRPr>
          </a:p>
        </p:txBody>
      </p:sp>
      <p:sp>
        <p:nvSpPr>
          <p:cNvPr id="241" name="Google Shape;241;p11"/>
          <p:cNvSpPr txBox="1"/>
          <p:nvPr/>
        </p:nvSpPr>
        <p:spPr>
          <a:xfrm>
            <a:off x="4676503" y="-1593669"/>
            <a:ext cx="30649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chemeClr val="dk1"/>
                </a:solidFill>
                <a:latin typeface="Trebuchet MS"/>
                <a:ea typeface="Trebuchet MS"/>
                <a:cs typeface="Trebuchet MS"/>
                <a:sym typeface="Trebuchet MS"/>
              </a:rPr>
              <a:t>F</a:t>
            </a:r>
            <a:endParaRPr/>
          </a:p>
        </p:txBody>
      </p:sp>
      <p:sp>
        <p:nvSpPr>
          <p:cNvPr id="242" name="Google Shape;242;p11"/>
          <p:cNvSpPr txBox="1"/>
          <p:nvPr/>
        </p:nvSpPr>
        <p:spPr>
          <a:xfrm>
            <a:off x="911550" y="673475"/>
            <a:ext cx="5966889" cy="608944"/>
          </a:xfrm>
          <a:prstGeom prst="rect">
            <a:avLst/>
          </a:prstGeom>
          <a:noFill/>
          <a:ln>
            <a:noFill/>
          </a:ln>
        </p:spPr>
        <p:txBody>
          <a:bodyPr anchorCtr="0" anchor="ctr" bIns="45700" lIns="91425" spcFirstLastPara="1" rIns="91425" wrap="square" tIns="45700">
            <a:normAutofit fontScale="92500" lnSpcReduction="10000"/>
          </a:bodyPr>
          <a:lstStyle/>
          <a:p>
            <a:pPr indent="0" lvl="0" marL="0" marR="0" rtl="0" algn="just">
              <a:spcBef>
                <a:spcPts val="0"/>
              </a:spcBef>
              <a:spcAft>
                <a:spcPts val="0"/>
              </a:spcAft>
              <a:buClr>
                <a:srgbClr val="E18E2E"/>
              </a:buClr>
              <a:buSzPct val="100000"/>
              <a:buFont typeface="Trebuchet MS"/>
              <a:buNone/>
            </a:pPr>
            <a:r>
              <a:rPr b="1" lang="en-US" sz="4000">
                <a:solidFill>
                  <a:srgbClr val="E18E2E"/>
                </a:solidFill>
                <a:latin typeface="Trebuchet MS"/>
                <a:ea typeface="Trebuchet MS"/>
                <a:cs typeface="Trebuchet MS"/>
                <a:sym typeface="Trebuchet MS"/>
              </a:rPr>
              <a:t>Sample questions</a:t>
            </a:r>
            <a:endParaRPr/>
          </a:p>
        </p:txBody>
      </p:sp>
      <p:sp>
        <p:nvSpPr>
          <p:cNvPr id="243" name="Google Shape;243;p11"/>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US"/>
              <a:t>Engr. Melanie D. Piedad, ABELE 2022 Topnotcher</a:t>
            </a:r>
            <a:endParaRPr/>
          </a:p>
        </p:txBody>
      </p:sp>
      <p:sp>
        <p:nvSpPr>
          <p:cNvPr id="244" name="Google Shape;244;p11"/>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12"/>
          <p:cNvSpPr txBox="1"/>
          <p:nvPr/>
        </p:nvSpPr>
        <p:spPr>
          <a:xfrm>
            <a:off x="947645" y="1515290"/>
            <a:ext cx="8376829" cy="4608783"/>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Any step at which biological, chemical, or physical factors can be controlled.</a:t>
            </a:r>
            <a:endParaRPr baseline="-25000" sz="2800">
              <a:solidFill>
                <a:schemeClr val="dk2"/>
              </a:solidFill>
              <a:latin typeface="Trebuchet MS"/>
              <a:ea typeface="Trebuchet MS"/>
              <a:cs typeface="Trebuchet MS"/>
              <a:sym typeface="Trebuchet MS"/>
            </a:endParaRPr>
          </a:p>
          <a:p>
            <a:pPr indent="0" lvl="0" marL="0" marR="0" rtl="0" algn="just">
              <a:lnSpc>
                <a:spcPct val="100000"/>
              </a:lnSpc>
              <a:spcBef>
                <a:spcPts val="0"/>
              </a:spcBef>
              <a:spcAft>
                <a:spcPts val="0"/>
              </a:spcAft>
              <a:buClr>
                <a:schemeClr val="accent1"/>
              </a:buClr>
              <a:buSzPts val="2800"/>
              <a:buFont typeface="Trebuchet MS"/>
              <a:buNone/>
            </a:pPr>
            <a:r>
              <a:t/>
            </a:r>
            <a:endParaRPr sz="2800">
              <a:solidFill>
                <a:schemeClr val="dk2"/>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	a. Hazard Point</a:t>
            </a:r>
            <a:endParaRPr/>
          </a:p>
          <a:p>
            <a:pPr indent="0" lvl="0" marL="0" marR="0" rtl="0" algn="l">
              <a:lnSpc>
                <a:spcPct val="100000"/>
              </a:lnSpc>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	b. Control Point</a:t>
            </a:r>
            <a:endParaRPr/>
          </a:p>
          <a:p>
            <a:pPr indent="0" lvl="0" marL="0" marR="0" rtl="0" algn="l">
              <a:lnSpc>
                <a:spcPct val="100000"/>
              </a:lnSpc>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	c. </a:t>
            </a:r>
            <a:r>
              <a:rPr lang="en-US" sz="2800">
                <a:solidFill>
                  <a:schemeClr val="dk2"/>
                </a:solidFill>
                <a:latin typeface="Trebuchet MS"/>
                <a:ea typeface="Trebuchet MS"/>
                <a:cs typeface="Trebuchet MS"/>
                <a:sym typeface="Trebuchet MS"/>
              </a:rPr>
              <a:t>Critical Point</a:t>
            </a:r>
            <a:endParaRPr/>
          </a:p>
          <a:p>
            <a:pPr indent="0" lvl="0" marL="0" marR="0" rtl="0" algn="l">
              <a:lnSpc>
                <a:spcPct val="100000"/>
              </a:lnSpc>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	d. </a:t>
            </a:r>
            <a:r>
              <a:rPr lang="en-US" sz="2800">
                <a:solidFill>
                  <a:schemeClr val="dk2"/>
                </a:solidFill>
                <a:latin typeface="Trebuchet MS"/>
                <a:ea typeface="Trebuchet MS"/>
                <a:cs typeface="Trebuchet MS"/>
                <a:sym typeface="Trebuchet MS"/>
              </a:rPr>
              <a:t>Corrective Point</a:t>
            </a:r>
            <a:endParaRPr/>
          </a:p>
          <a:p>
            <a:pPr indent="0" lvl="0" marL="0" marR="0" rtl="0" algn="l">
              <a:lnSpc>
                <a:spcPct val="100000"/>
              </a:lnSpc>
              <a:spcBef>
                <a:spcPts val="0"/>
              </a:spcBef>
              <a:spcAft>
                <a:spcPts val="0"/>
              </a:spcAft>
              <a:buClr>
                <a:schemeClr val="accent1"/>
              </a:buClr>
              <a:buSzPts val="2800"/>
              <a:buFont typeface="Trebuchet MS"/>
              <a:buNone/>
            </a:pPr>
            <a:r>
              <a:t/>
            </a:r>
            <a:endParaRPr sz="2800">
              <a:solidFill>
                <a:schemeClr val="dk2"/>
              </a:solidFill>
              <a:latin typeface="Trebuchet MS"/>
              <a:ea typeface="Trebuchet MS"/>
              <a:cs typeface="Trebuchet MS"/>
              <a:sym typeface="Trebuchet MS"/>
            </a:endParaRPr>
          </a:p>
        </p:txBody>
      </p:sp>
      <p:sp>
        <p:nvSpPr>
          <p:cNvPr id="250" name="Google Shape;250;p12"/>
          <p:cNvSpPr txBox="1"/>
          <p:nvPr/>
        </p:nvSpPr>
        <p:spPr>
          <a:xfrm>
            <a:off x="4676503" y="-1593669"/>
            <a:ext cx="30649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chemeClr val="dk1"/>
                </a:solidFill>
                <a:latin typeface="Trebuchet MS"/>
                <a:ea typeface="Trebuchet MS"/>
                <a:cs typeface="Trebuchet MS"/>
                <a:sym typeface="Trebuchet MS"/>
              </a:rPr>
              <a:t>F</a:t>
            </a:r>
            <a:endParaRPr/>
          </a:p>
        </p:txBody>
      </p:sp>
      <p:sp>
        <p:nvSpPr>
          <p:cNvPr id="251" name="Google Shape;251;p12"/>
          <p:cNvSpPr txBox="1"/>
          <p:nvPr/>
        </p:nvSpPr>
        <p:spPr>
          <a:xfrm>
            <a:off x="911550" y="673475"/>
            <a:ext cx="5966889" cy="608944"/>
          </a:xfrm>
          <a:prstGeom prst="rect">
            <a:avLst/>
          </a:prstGeom>
          <a:noFill/>
          <a:ln>
            <a:noFill/>
          </a:ln>
        </p:spPr>
        <p:txBody>
          <a:bodyPr anchorCtr="0" anchor="ctr" bIns="45700" lIns="91425" spcFirstLastPara="1" rIns="91425" wrap="square" tIns="45700">
            <a:normAutofit fontScale="92500" lnSpcReduction="10000"/>
          </a:bodyPr>
          <a:lstStyle/>
          <a:p>
            <a:pPr indent="0" lvl="0" marL="0" marR="0" rtl="0" algn="just">
              <a:spcBef>
                <a:spcPts val="0"/>
              </a:spcBef>
              <a:spcAft>
                <a:spcPts val="0"/>
              </a:spcAft>
              <a:buClr>
                <a:srgbClr val="E18E2E"/>
              </a:buClr>
              <a:buSzPct val="100000"/>
              <a:buFont typeface="Trebuchet MS"/>
              <a:buNone/>
            </a:pPr>
            <a:r>
              <a:rPr b="1" lang="en-US" sz="4000">
                <a:solidFill>
                  <a:srgbClr val="E18E2E"/>
                </a:solidFill>
                <a:latin typeface="Trebuchet MS"/>
                <a:ea typeface="Trebuchet MS"/>
                <a:cs typeface="Trebuchet MS"/>
                <a:sym typeface="Trebuchet MS"/>
              </a:rPr>
              <a:t>Sample questions</a:t>
            </a:r>
            <a:endParaRPr/>
          </a:p>
        </p:txBody>
      </p:sp>
      <p:sp>
        <p:nvSpPr>
          <p:cNvPr id="252" name="Google Shape;252;p12"/>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US"/>
              <a:t>Engr. Melanie D. Piedad, ABELE 2022 Topnotcher</a:t>
            </a:r>
            <a:endParaRPr/>
          </a:p>
        </p:txBody>
      </p:sp>
      <p:sp>
        <p:nvSpPr>
          <p:cNvPr id="253" name="Google Shape;253;p12"/>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13"/>
          <p:cNvSpPr txBox="1"/>
          <p:nvPr/>
        </p:nvSpPr>
        <p:spPr>
          <a:xfrm>
            <a:off x="947645" y="1515290"/>
            <a:ext cx="8376829" cy="4608783"/>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What is the second principle of HACCP?</a:t>
            </a:r>
            <a:endParaRPr/>
          </a:p>
          <a:p>
            <a:pPr indent="0" lvl="0" marL="0" marR="0" rtl="0" algn="just">
              <a:spcBef>
                <a:spcPts val="0"/>
              </a:spcBef>
              <a:spcAft>
                <a:spcPts val="0"/>
              </a:spcAft>
              <a:buClr>
                <a:schemeClr val="accent1"/>
              </a:buClr>
              <a:buSzPts val="2800"/>
              <a:buFont typeface="Trebuchet MS"/>
              <a:buNone/>
            </a:pPr>
            <a:r>
              <a:t/>
            </a:r>
            <a:endParaRPr baseline="-25000" sz="2800">
              <a:solidFill>
                <a:schemeClr val="dk2"/>
              </a:solidFill>
              <a:latin typeface="Trebuchet MS"/>
              <a:ea typeface="Trebuchet MS"/>
              <a:cs typeface="Trebuchet MS"/>
              <a:sym typeface="Trebuchet MS"/>
            </a:endParaRPr>
          </a:p>
          <a:p>
            <a:pPr indent="0" lvl="0" marL="0" marR="0" rtl="0" algn="just">
              <a:lnSpc>
                <a:spcPct val="100000"/>
              </a:lnSpc>
              <a:spcBef>
                <a:spcPts val="0"/>
              </a:spcBef>
              <a:spcAft>
                <a:spcPts val="0"/>
              </a:spcAft>
              <a:buClr>
                <a:schemeClr val="accent1"/>
              </a:buClr>
              <a:buSzPts val="2800"/>
              <a:buFont typeface="Trebuchet MS"/>
              <a:buNone/>
            </a:pPr>
            <a:r>
              <a:t/>
            </a:r>
            <a:endParaRPr sz="2800">
              <a:solidFill>
                <a:schemeClr val="dk2"/>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	a. Conduct a hazard analysis</a:t>
            </a:r>
            <a:endParaRPr/>
          </a:p>
          <a:p>
            <a:pPr indent="0" lvl="0" marL="0" marR="0" rtl="0" algn="l">
              <a:lnSpc>
                <a:spcPct val="100000"/>
              </a:lnSpc>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	b. Establish monitoring procedures</a:t>
            </a:r>
            <a:endParaRPr/>
          </a:p>
          <a:p>
            <a:pPr indent="0" lvl="0" marL="0" marR="0" rtl="0" algn="l">
              <a:lnSpc>
                <a:spcPct val="100000"/>
              </a:lnSpc>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	c. </a:t>
            </a:r>
            <a:r>
              <a:rPr lang="en-US" sz="2800">
                <a:solidFill>
                  <a:schemeClr val="dk2"/>
                </a:solidFill>
                <a:latin typeface="Trebuchet MS"/>
                <a:ea typeface="Trebuchet MS"/>
                <a:cs typeface="Trebuchet MS"/>
                <a:sym typeface="Trebuchet MS"/>
              </a:rPr>
              <a:t>Establish critical limits</a:t>
            </a:r>
            <a:endParaRPr/>
          </a:p>
          <a:p>
            <a:pPr indent="0" lvl="0" marL="0" marR="0" rtl="0" algn="l">
              <a:lnSpc>
                <a:spcPct val="100000"/>
              </a:lnSpc>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	d. </a:t>
            </a:r>
            <a:r>
              <a:rPr lang="en-US" sz="2800">
                <a:solidFill>
                  <a:schemeClr val="dk2"/>
                </a:solidFill>
                <a:latin typeface="Trebuchet MS"/>
                <a:ea typeface="Trebuchet MS"/>
                <a:cs typeface="Trebuchet MS"/>
                <a:sym typeface="Trebuchet MS"/>
              </a:rPr>
              <a:t>Determine the CCP</a:t>
            </a:r>
            <a:endParaRPr/>
          </a:p>
          <a:p>
            <a:pPr indent="0" lvl="0" marL="0" marR="0" rtl="0" algn="l">
              <a:lnSpc>
                <a:spcPct val="100000"/>
              </a:lnSpc>
              <a:spcBef>
                <a:spcPts val="0"/>
              </a:spcBef>
              <a:spcAft>
                <a:spcPts val="0"/>
              </a:spcAft>
              <a:buClr>
                <a:schemeClr val="accent1"/>
              </a:buClr>
              <a:buSzPts val="2800"/>
              <a:buFont typeface="Trebuchet MS"/>
              <a:buNone/>
            </a:pPr>
            <a:r>
              <a:t/>
            </a:r>
            <a:endParaRPr sz="2800">
              <a:solidFill>
                <a:schemeClr val="dk2"/>
              </a:solidFill>
              <a:latin typeface="Trebuchet MS"/>
              <a:ea typeface="Trebuchet MS"/>
              <a:cs typeface="Trebuchet MS"/>
              <a:sym typeface="Trebuchet MS"/>
            </a:endParaRPr>
          </a:p>
        </p:txBody>
      </p:sp>
      <p:sp>
        <p:nvSpPr>
          <p:cNvPr id="259" name="Google Shape;259;p13"/>
          <p:cNvSpPr txBox="1"/>
          <p:nvPr/>
        </p:nvSpPr>
        <p:spPr>
          <a:xfrm>
            <a:off x="4676503" y="-1593669"/>
            <a:ext cx="30649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chemeClr val="dk1"/>
                </a:solidFill>
                <a:latin typeface="Trebuchet MS"/>
                <a:ea typeface="Trebuchet MS"/>
                <a:cs typeface="Trebuchet MS"/>
                <a:sym typeface="Trebuchet MS"/>
              </a:rPr>
              <a:t>F</a:t>
            </a:r>
            <a:endParaRPr/>
          </a:p>
        </p:txBody>
      </p:sp>
      <p:sp>
        <p:nvSpPr>
          <p:cNvPr id="260" name="Google Shape;260;p13"/>
          <p:cNvSpPr txBox="1"/>
          <p:nvPr/>
        </p:nvSpPr>
        <p:spPr>
          <a:xfrm>
            <a:off x="911550" y="673475"/>
            <a:ext cx="5966889" cy="608944"/>
          </a:xfrm>
          <a:prstGeom prst="rect">
            <a:avLst/>
          </a:prstGeom>
          <a:noFill/>
          <a:ln>
            <a:noFill/>
          </a:ln>
        </p:spPr>
        <p:txBody>
          <a:bodyPr anchorCtr="0" anchor="ctr" bIns="45700" lIns="91425" spcFirstLastPara="1" rIns="91425" wrap="square" tIns="45700">
            <a:normAutofit fontScale="92500" lnSpcReduction="10000"/>
          </a:bodyPr>
          <a:lstStyle/>
          <a:p>
            <a:pPr indent="0" lvl="0" marL="0" marR="0" rtl="0" algn="just">
              <a:spcBef>
                <a:spcPts val="0"/>
              </a:spcBef>
              <a:spcAft>
                <a:spcPts val="0"/>
              </a:spcAft>
              <a:buClr>
                <a:srgbClr val="E18E2E"/>
              </a:buClr>
              <a:buSzPct val="100000"/>
              <a:buFont typeface="Trebuchet MS"/>
              <a:buNone/>
            </a:pPr>
            <a:r>
              <a:rPr b="1" lang="en-US" sz="4000">
                <a:solidFill>
                  <a:srgbClr val="E18E2E"/>
                </a:solidFill>
                <a:latin typeface="Trebuchet MS"/>
                <a:ea typeface="Trebuchet MS"/>
                <a:cs typeface="Trebuchet MS"/>
                <a:sym typeface="Trebuchet MS"/>
              </a:rPr>
              <a:t>Sample questions</a:t>
            </a:r>
            <a:endParaRPr/>
          </a:p>
        </p:txBody>
      </p:sp>
      <p:sp>
        <p:nvSpPr>
          <p:cNvPr id="261" name="Google Shape;261;p13"/>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US"/>
              <a:t>Engr. Melanie D. Piedad, ABELE 2022 Topnotcher</a:t>
            </a:r>
            <a:endParaRPr/>
          </a:p>
        </p:txBody>
      </p:sp>
      <p:sp>
        <p:nvSpPr>
          <p:cNvPr id="262" name="Google Shape;262;p13"/>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14"/>
          <p:cNvSpPr txBox="1"/>
          <p:nvPr/>
        </p:nvSpPr>
        <p:spPr>
          <a:xfrm>
            <a:off x="947645" y="1515290"/>
            <a:ext cx="8593397" cy="4608783"/>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Written procedures necessary to ensure sanitary conditions in the food plant.</a:t>
            </a:r>
            <a:endParaRPr/>
          </a:p>
          <a:p>
            <a:pPr indent="0" lvl="0" marL="0" marR="0" rtl="0" algn="just">
              <a:spcBef>
                <a:spcPts val="0"/>
              </a:spcBef>
              <a:spcAft>
                <a:spcPts val="0"/>
              </a:spcAft>
              <a:buClr>
                <a:schemeClr val="accent1"/>
              </a:buClr>
              <a:buSzPts val="2800"/>
              <a:buFont typeface="Trebuchet MS"/>
              <a:buNone/>
            </a:pPr>
            <a:r>
              <a:t/>
            </a:r>
            <a:endParaRPr sz="2800">
              <a:solidFill>
                <a:schemeClr val="dk2"/>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	a. GMP</a:t>
            </a:r>
            <a:endParaRPr/>
          </a:p>
          <a:p>
            <a:pPr indent="0" lvl="0" marL="0" marR="0" rtl="0" algn="l">
              <a:lnSpc>
                <a:spcPct val="100000"/>
              </a:lnSpc>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	b. EMP</a:t>
            </a:r>
            <a:endParaRPr/>
          </a:p>
          <a:p>
            <a:pPr indent="0" lvl="0" marL="0" marR="0" rtl="0" algn="l">
              <a:lnSpc>
                <a:spcPct val="100000"/>
              </a:lnSpc>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	c. </a:t>
            </a:r>
            <a:r>
              <a:rPr lang="en-US" sz="2800">
                <a:solidFill>
                  <a:schemeClr val="dk2"/>
                </a:solidFill>
                <a:latin typeface="Trebuchet MS"/>
                <a:ea typeface="Trebuchet MS"/>
                <a:cs typeface="Trebuchet MS"/>
                <a:sym typeface="Trebuchet MS"/>
              </a:rPr>
              <a:t>SSOP</a:t>
            </a:r>
            <a:endParaRPr sz="2800">
              <a:solidFill>
                <a:schemeClr val="dk2"/>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	d. </a:t>
            </a:r>
            <a:r>
              <a:rPr lang="en-US" sz="2800">
                <a:solidFill>
                  <a:schemeClr val="dk2"/>
                </a:solidFill>
                <a:latin typeface="Trebuchet MS"/>
                <a:ea typeface="Trebuchet MS"/>
                <a:cs typeface="Trebuchet MS"/>
                <a:sym typeface="Trebuchet MS"/>
              </a:rPr>
              <a:t>HACCP</a:t>
            </a:r>
            <a:endParaRPr/>
          </a:p>
          <a:p>
            <a:pPr indent="0" lvl="0" marL="0" marR="0" rtl="0" algn="l">
              <a:lnSpc>
                <a:spcPct val="100000"/>
              </a:lnSpc>
              <a:spcBef>
                <a:spcPts val="0"/>
              </a:spcBef>
              <a:spcAft>
                <a:spcPts val="0"/>
              </a:spcAft>
              <a:buClr>
                <a:schemeClr val="accent1"/>
              </a:buClr>
              <a:buSzPts val="2800"/>
              <a:buFont typeface="Trebuchet MS"/>
              <a:buNone/>
            </a:pPr>
            <a:r>
              <a:t/>
            </a:r>
            <a:endParaRPr sz="2800">
              <a:solidFill>
                <a:schemeClr val="dk2"/>
              </a:solidFill>
              <a:latin typeface="Trebuchet MS"/>
              <a:ea typeface="Trebuchet MS"/>
              <a:cs typeface="Trebuchet MS"/>
              <a:sym typeface="Trebuchet MS"/>
            </a:endParaRPr>
          </a:p>
        </p:txBody>
      </p:sp>
      <p:sp>
        <p:nvSpPr>
          <p:cNvPr id="268" name="Google Shape;268;p14"/>
          <p:cNvSpPr txBox="1"/>
          <p:nvPr/>
        </p:nvSpPr>
        <p:spPr>
          <a:xfrm>
            <a:off x="4676503" y="-1593669"/>
            <a:ext cx="30649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chemeClr val="dk1"/>
                </a:solidFill>
                <a:latin typeface="Trebuchet MS"/>
                <a:ea typeface="Trebuchet MS"/>
                <a:cs typeface="Trebuchet MS"/>
                <a:sym typeface="Trebuchet MS"/>
              </a:rPr>
              <a:t>F</a:t>
            </a:r>
            <a:endParaRPr/>
          </a:p>
        </p:txBody>
      </p:sp>
      <p:sp>
        <p:nvSpPr>
          <p:cNvPr id="269" name="Google Shape;269;p14"/>
          <p:cNvSpPr txBox="1"/>
          <p:nvPr/>
        </p:nvSpPr>
        <p:spPr>
          <a:xfrm>
            <a:off x="911550" y="673475"/>
            <a:ext cx="5966889" cy="608944"/>
          </a:xfrm>
          <a:prstGeom prst="rect">
            <a:avLst/>
          </a:prstGeom>
          <a:noFill/>
          <a:ln>
            <a:noFill/>
          </a:ln>
        </p:spPr>
        <p:txBody>
          <a:bodyPr anchorCtr="0" anchor="ctr" bIns="45700" lIns="91425" spcFirstLastPara="1" rIns="91425" wrap="square" tIns="45700">
            <a:normAutofit fontScale="92500" lnSpcReduction="10000"/>
          </a:bodyPr>
          <a:lstStyle/>
          <a:p>
            <a:pPr indent="0" lvl="0" marL="0" marR="0" rtl="0" algn="just">
              <a:spcBef>
                <a:spcPts val="0"/>
              </a:spcBef>
              <a:spcAft>
                <a:spcPts val="0"/>
              </a:spcAft>
              <a:buClr>
                <a:srgbClr val="E18E2E"/>
              </a:buClr>
              <a:buSzPct val="100000"/>
              <a:buFont typeface="Trebuchet MS"/>
              <a:buNone/>
            </a:pPr>
            <a:r>
              <a:rPr b="1" lang="en-US" sz="4000">
                <a:solidFill>
                  <a:srgbClr val="E18E2E"/>
                </a:solidFill>
                <a:latin typeface="Trebuchet MS"/>
                <a:ea typeface="Trebuchet MS"/>
                <a:cs typeface="Trebuchet MS"/>
                <a:sym typeface="Trebuchet MS"/>
              </a:rPr>
              <a:t>Sample questions</a:t>
            </a:r>
            <a:endParaRPr/>
          </a:p>
        </p:txBody>
      </p:sp>
      <p:sp>
        <p:nvSpPr>
          <p:cNvPr id="270" name="Google Shape;270;p14"/>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US"/>
              <a:t>Engr. Melanie D. Piedad, ABELE 2022 Topnotcher</a:t>
            </a:r>
            <a:endParaRPr/>
          </a:p>
        </p:txBody>
      </p:sp>
      <p:sp>
        <p:nvSpPr>
          <p:cNvPr id="271" name="Google Shape;271;p14"/>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p15"/>
          <p:cNvSpPr txBox="1"/>
          <p:nvPr/>
        </p:nvSpPr>
        <p:spPr>
          <a:xfrm>
            <a:off x="947645" y="1515290"/>
            <a:ext cx="8593397" cy="4608783"/>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A systematic approach to the identification, evaluation, and control of food safety hazards.</a:t>
            </a:r>
            <a:endParaRPr/>
          </a:p>
          <a:p>
            <a:pPr indent="0" lvl="0" marL="0" marR="0" rtl="0" algn="just">
              <a:spcBef>
                <a:spcPts val="0"/>
              </a:spcBef>
              <a:spcAft>
                <a:spcPts val="0"/>
              </a:spcAft>
              <a:buClr>
                <a:schemeClr val="accent1"/>
              </a:buClr>
              <a:buSzPts val="2800"/>
              <a:buFont typeface="Trebuchet MS"/>
              <a:buNone/>
            </a:pPr>
            <a:r>
              <a:t/>
            </a:r>
            <a:endParaRPr sz="2800">
              <a:solidFill>
                <a:schemeClr val="dk2"/>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	a. GMP</a:t>
            </a:r>
            <a:endParaRPr/>
          </a:p>
          <a:p>
            <a:pPr indent="0" lvl="0" marL="0" marR="0" rtl="0" algn="l">
              <a:lnSpc>
                <a:spcPct val="100000"/>
              </a:lnSpc>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	b. EMP</a:t>
            </a:r>
            <a:endParaRPr/>
          </a:p>
          <a:p>
            <a:pPr indent="0" lvl="0" marL="0" marR="0" rtl="0" algn="l">
              <a:lnSpc>
                <a:spcPct val="100000"/>
              </a:lnSpc>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	c. </a:t>
            </a:r>
            <a:r>
              <a:rPr lang="en-US" sz="2800">
                <a:solidFill>
                  <a:schemeClr val="dk2"/>
                </a:solidFill>
                <a:latin typeface="Trebuchet MS"/>
                <a:ea typeface="Trebuchet MS"/>
                <a:cs typeface="Trebuchet MS"/>
                <a:sym typeface="Trebuchet MS"/>
              </a:rPr>
              <a:t>SSOP</a:t>
            </a:r>
            <a:endParaRPr sz="2800">
              <a:solidFill>
                <a:schemeClr val="dk2"/>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	d. </a:t>
            </a:r>
            <a:r>
              <a:rPr lang="en-US" sz="2800">
                <a:solidFill>
                  <a:schemeClr val="dk2"/>
                </a:solidFill>
                <a:latin typeface="Trebuchet MS"/>
                <a:ea typeface="Trebuchet MS"/>
                <a:cs typeface="Trebuchet MS"/>
                <a:sym typeface="Trebuchet MS"/>
              </a:rPr>
              <a:t>HACCP</a:t>
            </a:r>
            <a:endParaRPr/>
          </a:p>
          <a:p>
            <a:pPr indent="0" lvl="0" marL="0" marR="0" rtl="0" algn="l">
              <a:lnSpc>
                <a:spcPct val="100000"/>
              </a:lnSpc>
              <a:spcBef>
                <a:spcPts val="0"/>
              </a:spcBef>
              <a:spcAft>
                <a:spcPts val="0"/>
              </a:spcAft>
              <a:buClr>
                <a:schemeClr val="accent1"/>
              </a:buClr>
              <a:buSzPts val="2800"/>
              <a:buFont typeface="Trebuchet MS"/>
              <a:buNone/>
            </a:pPr>
            <a:r>
              <a:t/>
            </a:r>
            <a:endParaRPr sz="2800">
              <a:solidFill>
                <a:schemeClr val="dk2"/>
              </a:solidFill>
              <a:latin typeface="Trebuchet MS"/>
              <a:ea typeface="Trebuchet MS"/>
              <a:cs typeface="Trebuchet MS"/>
              <a:sym typeface="Trebuchet MS"/>
            </a:endParaRPr>
          </a:p>
        </p:txBody>
      </p:sp>
      <p:sp>
        <p:nvSpPr>
          <p:cNvPr id="277" name="Google Shape;277;p15"/>
          <p:cNvSpPr txBox="1"/>
          <p:nvPr/>
        </p:nvSpPr>
        <p:spPr>
          <a:xfrm>
            <a:off x="4676503" y="-1593669"/>
            <a:ext cx="30649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chemeClr val="dk1"/>
                </a:solidFill>
                <a:latin typeface="Trebuchet MS"/>
                <a:ea typeface="Trebuchet MS"/>
                <a:cs typeface="Trebuchet MS"/>
                <a:sym typeface="Trebuchet MS"/>
              </a:rPr>
              <a:t>F</a:t>
            </a:r>
            <a:endParaRPr/>
          </a:p>
        </p:txBody>
      </p:sp>
      <p:sp>
        <p:nvSpPr>
          <p:cNvPr id="278" name="Google Shape;278;p15"/>
          <p:cNvSpPr txBox="1"/>
          <p:nvPr/>
        </p:nvSpPr>
        <p:spPr>
          <a:xfrm>
            <a:off x="911550" y="673475"/>
            <a:ext cx="5966889" cy="608944"/>
          </a:xfrm>
          <a:prstGeom prst="rect">
            <a:avLst/>
          </a:prstGeom>
          <a:noFill/>
          <a:ln>
            <a:noFill/>
          </a:ln>
        </p:spPr>
        <p:txBody>
          <a:bodyPr anchorCtr="0" anchor="ctr" bIns="45700" lIns="91425" spcFirstLastPara="1" rIns="91425" wrap="square" tIns="45700">
            <a:normAutofit fontScale="92500" lnSpcReduction="10000"/>
          </a:bodyPr>
          <a:lstStyle/>
          <a:p>
            <a:pPr indent="0" lvl="0" marL="0" marR="0" rtl="0" algn="just">
              <a:spcBef>
                <a:spcPts val="0"/>
              </a:spcBef>
              <a:spcAft>
                <a:spcPts val="0"/>
              </a:spcAft>
              <a:buClr>
                <a:srgbClr val="E18E2E"/>
              </a:buClr>
              <a:buSzPct val="100000"/>
              <a:buFont typeface="Trebuchet MS"/>
              <a:buNone/>
            </a:pPr>
            <a:r>
              <a:rPr b="1" lang="en-US" sz="4000">
                <a:solidFill>
                  <a:srgbClr val="E18E2E"/>
                </a:solidFill>
                <a:latin typeface="Trebuchet MS"/>
                <a:ea typeface="Trebuchet MS"/>
                <a:cs typeface="Trebuchet MS"/>
                <a:sym typeface="Trebuchet MS"/>
              </a:rPr>
              <a:t>Sample questions</a:t>
            </a:r>
            <a:endParaRPr/>
          </a:p>
        </p:txBody>
      </p:sp>
      <p:sp>
        <p:nvSpPr>
          <p:cNvPr id="279" name="Google Shape;279;p15"/>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US"/>
              <a:t>Engr. Melanie D. Piedad, ABELE 2022 Topnotcher</a:t>
            </a:r>
            <a:endParaRPr/>
          </a:p>
        </p:txBody>
      </p:sp>
      <p:sp>
        <p:nvSpPr>
          <p:cNvPr id="280" name="Google Shape;280;p15"/>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16"/>
          <p:cNvSpPr txBox="1"/>
          <p:nvPr/>
        </p:nvSpPr>
        <p:spPr>
          <a:xfrm>
            <a:off x="947645" y="1515290"/>
            <a:ext cx="10061400" cy="4608900"/>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In the development of HACCP plan, what should come first?</a:t>
            </a:r>
            <a:endParaRPr baseline="-25000" sz="2800">
              <a:solidFill>
                <a:schemeClr val="dk2"/>
              </a:solidFill>
              <a:latin typeface="Trebuchet MS"/>
              <a:ea typeface="Trebuchet MS"/>
              <a:cs typeface="Trebuchet MS"/>
              <a:sym typeface="Trebuchet MS"/>
            </a:endParaRPr>
          </a:p>
          <a:p>
            <a:pPr indent="0" lvl="0" marL="0" marR="0" rtl="0" algn="just">
              <a:lnSpc>
                <a:spcPct val="100000"/>
              </a:lnSpc>
              <a:spcBef>
                <a:spcPts val="0"/>
              </a:spcBef>
              <a:spcAft>
                <a:spcPts val="0"/>
              </a:spcAft>
              <a:buClr>
                <a:schemeClr val="accent1"/>
              </a:buClr>
              <a:buSzPts val="2800"/>
              <a:buFont typeface="Trebuchet MS"/>
              <a:buNone/>
            </a:pPr>
            <a:r>
              <a:t/>
            </a:r>
            <a:endParaRPr sz="2800">
              <a:solidFill>
                <a:schemeClr val="dk2"/>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	a. Assemble a HACCP Team </a:t>
            </a:r>
            <a:endParaRPr/>
          </a:p>
          <a:p>
            <a:pPr indent="0" lvl="0" marL="0" marR="0" rtl="0" algn="l">
              <a:lnSpc>
                <a:spcPct val="100000"/>
              </a:lnSpc>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	b. Describe the food and its distribution</a:t>
            </a:r>
            <a:endParaRPr/>
          </a:p>
          <a:p>
            <a:pPr indent="0" lvl="0" marL="0" marR="0" rtl="0" algn="l">
              <a:lnSpc>
                <a:spcPct val="100000"/>
              </a:lnSpc>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	c. </a:t>
            </a:r>
            <a:r>
              <a:rPr lang="en-US" sz="2800">
                <a:solidFill>
                  <a:schemeClr val="dk2"/>
                </a:solidFill>
                <a:latin typeface="Trebuchet MS"/>
                <a:ea typeface="Trebuchet MS"/>
                <a:cs typeface="Trebuchet MS"/>
                <a:sym typeface="Trebuchet MS"/>
              </a:rPr>
              <a:t>Describe the intended use and consumers of the food</a:t>
            </a:r>
            <a:endParaRPr sz="2800">
              <a:solidFill>
                <a:schemeClr val="dk2"/>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	d. </a:t>
            </a:r>
            <a:r>
              <a:rPr lang="en-US" sz="2800">
                <a:solidFill>
                  <a:schemeClr val="dk2"/>
                </a:solidFill>
                <a:latin typeface="Trebuchet MS"/>
                <a:ea typeface="Trebuchet MS"/>
                <a:cs typeface="Trebuchet MS"/>
                <a:sym typeface="Trebuchet MS"/>
              </a:rPr>
              <a:t>Verify the flow diagram</a:t>
            </a:r>
            <a:endParaRPr/>
          </a:p>
          <a:p>
            <a:pPr indent="0" lvl="0" marL="0" marR="0" rtl="0" algn="l">
              <a:lnSpc>
                <a:spcPct val="100000"/>
              </a:lnSpc>
              <a:spcBef>
                <a:spcPts val="0"/>
              </a:spcBef>
              <a:spcAft>
                <a:spcPts val="0"/>
              </a:spcAft>
              <a:buClr>
                <a:schemeClr val="accent1"/>
              </a:buClr>
              <a:buSzPts val="2800"/>
              <a:buFont typeface="Trebuchet MS"/>
              <a:buNone/>
            </a:pPr>
            <a:r>
              <a:t/>
            </a:r>
            <a:endParaRPr sz="2800">
              <a:solidFill>
                <a:schemeClr val="dk2"/>
              </a:solidFill>
              <a:latin typeface="Trebuchet MS"/>
              <a:ea typeface="Trebuchet MS"/>
              <a:cs typeface="Trebuchet MS"/>
              <a:sym typeface="Trebuchet MS"/>
            </a:endParaRPr>
          </a:p>
        </p:txBody>
      </p:sp>
      <p:sp>
        <p:nvSpPr>
          <p:cNvPr id="286" name="Google Shape;286;p16"/>
          <p:cNvSpPr txBox="1"/>
          <p:nvPr/>
        </p:nvSpPr>
        <p:spPr>
          <a:xfrm>
            <a:off x="4676503" y="-1593669"/>
            <a:ext cx="30649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chemeClr val="dk1"/>
                </a:solidFill>
                <a:latin typeface="Trebuchet MS"/>
                <a:ea typeface="Trebuchet MS"/>
                <a:cs typeface="Trebuchet MS"/>
                <a:sym typeface="Trebuchet MS"/>
              </a:rPr>
              <a:t>F</a:t>
            </a:r>
            <a:endParaRPr/>
          </a:p>
        </p:txBody>
      </p:sp>
      <p:sp>
        <p:nvSpPr>
          <p:cNvPr id="287" name="Google Shape;287;p16"/>
          <p:cNvSpPr txBox="1"/>
          <p:nvPr/>
        </p:nvSpPr>
        <p:spPr>
          <a:xfrm>
            <a:off x="911550" y="673475"/>
            <a:ext cx="5966889" cy="608944"/>
          </a:xfrm>
          <a:prstGeom prst="rect">
            <a:avLst/>
          </a:prstGeom>
          <a:noFill/>
          <a:ln>
            <a:noFill/>
          </a:ln>
        </p:spPr>
        <p:txBody>
          <a:bodyPr anchorCtr="0" anchor="ctr" bIns="45700" lIns="91425" spcFirstLastPara="1" rIns="91425" wrap="square" tIns="45700">
            <a:normAutofit fontScale="92500" lnSpcReduction="10000"/>
          </a:bodyPr>
          <a:lstStyle/>
          <a:p>
            <a:pPr indent="0" lvl="0" marL="0" marR="0" rtl="0" algn="just">
              <a:spcBef>
                <a:spcPts val="0"/>
              </a:spcBef>
              <a:spcAft>
                <a:spcPts val="0"/>
              </a:spcAft>
              <a:buClr>
                <a:srgbClr val="E18E2E"/>
              </a:buClr>
              <a:buSzPct val="100000"/>
              <a:buFont typeface="Trebuchet MS"/>
              <a:buNone/>
            </a:pPr>
            <a:r>
              <a:rPr b="1" lang="en-US" sz="4000">
                <a:solidFill>
                  <a:srgbClr val="E18E2E"/>
                </a:solidFill>
                <a:latin typeface="Trebuchet MS"/>
                <a:ea typeface="Trebuchet MS"/>
                <a:cs typeface="Trebuchet MS"/>
                <a:sym typeface="Trebuchet MS"/>
              </a:rPr>
              <a:t>Sample questions</a:t>
            </a:r>
            <a:endParaRPr/>
          </a:p>
        </p:txBody>
      </p:sp>
      <p:sp>
        <p:nvSpPr>
          <p:cNvPr id="288" name="Google Shape;288;p16"/>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US"/>
              <a:t>Engr. Melanie D. Piedad, ABELE 2022 Topnotcher</a:t>
            </a:r>
            <a:endParaRPr/>
          </a:p>
        </p:txBody>
      </p:sp>
      <p:sp>
        <p:nvSpPr>
          <p:cNvPr id="289" name="Google Shape;289;p16"/>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p17"/>
          <p:cNvSpPr txBox="1"/>
          <p:nvPr/>
        </p:nvSpPr>
        <p:spPr>
          <a:xfrm>
            <a:off x="947645" y="1515290"/>
            <a:ext cx="8593397" cy="4608783"/>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A system for ensuring that products are consistently produced and controlled according to quality standards.</a:t>
            </a:r>
            <a:endParaRPr/>
          </a:p>
          <a:p>
            <a:pPr indent="0" lvl="0" marL="0" marR="0" rtl="0" algn="just">
              <a:spcBef>
                <a:spcPts val="0"/>
              </a:spcBef>
              <a:spcAft>
                <a:spcPts val="0"/>
              </a:spcAft>
              <a:buClr>
                <a:schemeClr val="accent1"/>
              </a:buClr>
              <a:buSzPts val="2800"/>
              <a:buFont typeface="Trebuchet MS"/>
              <a:buNone/>
            </a:pPr>
            <a:r>
              <a:t/>
            </a:r>
            <a:endParaRPr sz="2800">
              <a:solidFill>
                <a:schemeClr val="dk2"/>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	a. GMP</a:t>
            </a:r>
            <a:endParaRPr/>
          </a:p>
          <a:p>
            <a:pPr indent="0" lvl="0" marL="0" marR="0" rtl="0" algn="l">
              <a:lnSpc>
                <a:spcPct val="100000"/>
              </a:lnSpc>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	b. EMP</a:t>
            </a:r>
            <a:endParaRPr/>
          </a:p>
          <a:p>
            <a:pPr indent="0" lvl="0" marL="0" marR="0" rtl="0" algn="l">
              <a:lnSpc>
                <a:spcPct val="100000"/>
              </a:lnSpc>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	c. </a:t>
            </a:r>
            <a:r>
              <a:rPr lang="en-US" sz="2800">
                <a:solidFill>
                  <a:schemeClr val="dk2"/>
                </a:solidFill>
                <a:latin typeface="Trebuchet MS"/>
                <a:ea typeface="Trebuchet MS"/>
                <a:cs typeface="Trebuchet MS"/>
                <a:sym typeface="Trebuchet MS"/>
              </a:rPr>
              <a:t>SSOP</a:t>
            </a:r>
            <a:endParaRPr sz="2800">
              <a:solidFill>
                <a:schemeClr val="dk2"/>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	d. </a:t>
            </a:r>
            <a:r>
              <a:rPr lang="en-US" sz="2800">
                <a:solidFill>
                  <a:schemeClr val="dk2"/>
                </a:solidFill>
                <a:latin typeface="Trebuchet MS"/>
                <a:ea typeface="Trebuchet MS"/>
                <a:cs typeface="Trebuchet MS"/>
                <a:sym typeface="Trebuchet MS"/>
              </a:rPr>
              <a:t>HACCP</a:t>
            </a:r>
            <a:endParaRPr/>
          </a:p>
          <a:p>
            <a:pPr indent="0" lvl="0" marL="0" marR="0" rtl="0" algn="l">
              <a:lnSpc>
                <a:spcPct val="100000"/>
              </a:lnSpc>
              <a:spcBef>
                <a:spcPts val="0"/>
              </a:spcBef>
              <a:spcAft>
                <a:spcPts val="0"/>
              </a:spcAft>
              <a:buClr>
                <a:schemeClr val="accent1"/>
              </a:buClr>
              <a:buSzPts val="2800"/>
              <a:buFont typeface="Trebuchet MS"/>
              <a:buNone/>
            </a:pPr>
            <a:r>
              <a:t/>
            </a:r>
            <a:endParaRPr sz="2800">
              <a:solidFill>
                <a:schemeClr val="dk2"/>
              </a:solidFill>
              <a:latin typeface="Trebuchet MS"/>
              <a:ea typeface="Trebuchet MS"/>
              <a:cs typeface="Trebuchet MS"/>
              <a:sym typeface="Trebuchet MS"/>
            </a:endParaRPr>
          </a:p>
        </p:txBody>
      </p:sp>
      <p:sp>
        <p:nvSpPr>
          <p:cNvPr id="295" name="Google Shape;295;p17"/>
          <p:cNvSpPr txBox="1"/>
          <p:nvPr/>
        </p:nvSpPr>
        <p:spPr>
          <a:xfrm>
            <a:off x="4676503" y="-1593669"/>
            <a:ext cx="30649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chemeClr val="dk1"/>
                </a:solidFill>
                <a:latin typeface="Trebuchet MS"/>
                <a:ea typeface="Trebuchet MS"/>
                <a:cs typeface="Trebuchet MS"/>
                <a:sym typeface="Trebuchet MS"/>
              </a:rPr>
              <a:t>F</a:t>
            </a:r>
            <a:endParaRPr/>
          </a:p>
        </p:txBody>
      </p:sp>
      <p:sp>
        <p:nvSpPr>
          <p:cNvPr id="296" name="Google Shape;296;p17"/>
          <p:cNvSpPr txBox="1"/>
          <p:nvPr/>
        </p:nvSpPr>
        <p:spPr>
          <a:xfrm>
            <a:off x="911550" y="673475"/>
            <a:ext cx="5966889" cy="608944"/>
          </a:xfrm>
          <a:prstGeom prst="rect">
            <a:avLst/>
          </a:prstGeom>
          <a:noFill/>
          <a:ln>
            <a:noFill/>
          </a:ln>
        </p:spPr>
        <p:txBody>
          <a:bodyPr anchorCtr="0" anchor="ctr" bIns="45700" lIns="91425" spcFirstLastPara="1" rIns="91425" wrap="square" tIns="45700">
            <a:normAutofit fontScale="92500" lnSpcReduction="10000"/>
          </a:bodyPr>
          <a:lstStyle/>
          <a:p>
            <a:pPr indent="0" lvl="0" marL="0" marR="0" rtl="0" algn="just">
              <a:spcBef>
                <a:spcPts val="0"/>
              </a:spcBef>
              <a:spcAft>
                <a:spcPts val="0"/>
              </a:spcAft>
              <a:buClr>
                <a:srgbClr val="E18E2E"/>
              </a:buClr>
              <a:buSzPct val="100000"/>
              <a:buFont typeface="Trebuchet MS"/>
              <a:buNone/>
            </a:pPr>
            <a:r>
              <a:rPr b="1" lang="en-US" sz="4000">
                <a:solidFill>
                  <a:srgbClr val="E18E2E"/>
                </a:solidFill>
                <a:latin typeface="Trebuchet MS"/>
                <a:ea typeface="Trebuchet MS"/>
                <a:cs typeface="Trebuchet MS"/>
                <a:sym typeface="Trebuchet MS"/>
              </a:rPr>
              <a:t>Sample questions</a:t>
            </a:r>
            <a:endParaRPr/>
          </a:p>
        </p:txBody>
      </p:sp>
      <p:sp>
        <p:nvSpPr>
          <p:cNvPr id="297" name="Google Shape;297;p17"/>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US"/>
              <a:t>Engr. Melanie D. Piedad, ABELE 2022 Topnotcher</a:t>
            </a:r>
            <a:endParaRPr/>
          </a:p>
        </p:txBody>
      </p:sp>
      <p:sp>
        <p:nvSpPr>
          <p:cNvPr id="298" name="Google Shape;298;p17"/>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18"/>
          <p:cNvSpPr txBox="1"/>
          <p:nvPr/>
        </p:nvSpPr>
        <p:spPr>
          <a:xfrm>
            <a:off x="947645" y="1515290"/>
            <a:ext cx="8593397" cy="4608783"/>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A step at which control can be applied and is essential to prevent or eliminate a food safety hazard or reduce it to an acceptable level.</a:t>
            </a:r>
            <a:endParaRPr/>
          </a:p>
          <a:p>
            <a:pPr indent="0" lvl="0" marL="0" marR="0" rtl="0" algn="just">
              <a:spcBef>
                <a:spcPts val="0"/>
              </a:spcBef>
              <a:spcAft>
                <a:spcPts val="0"/>
              </a:spcAft>
              <a:buClr>
                <a:schemeClr val="accent1"/>
              </a:buClr>
              <a:buSzPts val="2800"/>
              <a:buFont typeface="Trebuchet MS"/>
              <a:buNone/>
            </a:pPr>
            <a:r>
              <a:t/>
            </a:r>
            <a:endParaRPr sz="2800">
              <a:solidFill>
                <a:schemeClr val="dk2"/>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	a. Critical Limit</a:t>
            </a:r>
            <a:endParaRPr/>
          </a:p>
          <a:p>
            <a:pPr indent="0" lvl="0" marL="0" marR="0" rtl="0" algn="l">
              <a:lnSpc>
                <a:spcPct val="100000"/>
              </a:lnSpc>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	b. Critical Control Point</a:t>
            </a:r>
            <a:endParaRPr/>
          </a:p>
          <a:p>
            <a:pPr indent="0" lvl="0" marL="0" marR="0" rtl="0" algn="l">
              <a:lnSpc>
                <a:spcPct val="100000"/>
              </a:lnSpc>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	c. </a:t>
            </a:r>
            <a:r>
              <a:rPr lang="en-US" sz="2800">
                <a:solidFill>
                  <a:schemeClr val="dk2"/>
                </a:solidFill>
                <a:latin typeface="Trebuchet MS"/>
                <a:ea typeface="Trebuchet MS"/>
                <a:cs typeface="Trebuchet MS"/>
                <a:sym typeface="Trebuchet MS"/>
              </a:rPr>
              <a:t>HACCP Systems</a:t>
            </a:r>
            <a:endParaRPr sz="2800">
              <a:solidFill>
                <a:schemeClr val="dk2"/>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	d. </a:t>
            </a:r>
            <a:r>
              <a:rPr lang="en-US" sz="2800">
                <a:solidFill>
                  <a:schemeClr val="dk2"/>
                </a:solidFill>
                <a:latin typeface="Trebuchet MS"/>
                <a:ea typeface="Trebuchet MS"/>
                <a:cs typeface="Trebuchet MS"/>
                <a:sym typeface="Trebuchet MS"/>
              </a:rPr>
              <a:t>Hazard Analysis</a:t>
            </a:r>
            <a:endParaRPr/>
          </a:p>
          <a:p>
            <a:pPr indent="0" lvl="0" marL="0" marR="0" rtl="0" algn="l">
              <a:lnSpc>
                <a:spcPct val="100000"/>
              </a:lnSpc>
              <a:spcBef>
                <a:spcPts val="0"/>
              </a:spcBef>
              <a:spcAft>
                <a:spcPts val="0"/>
              </a:spcAft>
              <a:buClr>
                <a:schemeClr val="accent1"/>
              </a:buClr>
              <a:buSzPts val="2800"/>
              <a:buFont typeface="Trebuchet MS"/>
              <a:buNone/>
            </a:pPr>
            <a:r>
              <a:t/>
            </a:r>
            <a:endParaRPr sz="2800">
              <a:solidFill>
                <a:schemeClr val="dk2"/>
              </a:solidFill>
              <a:latin typeface="Trebuchet MS"/>
              <a:ea typeface="Trebuchet MS"/>
              <a:cs typeface="Trebuchet MS"/>
              <a:sym typeface="Trebuchet MS"/>
            </a:endParaRPr>
          </a:p>
        </p:txBody>
      </p:sp>
      <p:sp>
        <p:nvSpPr>
          <p:cNvPr id="304" name="Google Shape;304;p18"/>
          <p:cNvSpPr txBox="1"/>
          <p:nvPr/>
        </p:nvSpPr>
        <p:spPr>
          <a:xfrm>
            <a:off x="4676503" y="-1593669"/>
            <a:ext cx="30649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chemeClr val="dk1"/>
                </a:solidFill>
                <a:latin typeface="Trebuchet MS"/>
                <a:ea typeface="Trebuchet MS"/>
                <a:cs typeface="Trebuchet MS"/>
                <a:sym typeface="Trebuchet MS"/>
              </a:rPr>
              <a:t>F</a:t>
            </a:r>
            <a:endParaRPr/>
          </a:p>
        </p:txBody>
      </p:sp>
      <p:sp>
        <p:nvSpPr>
          <p:cNvPr id="305" name="Google Shape;305;p18"/>
          <p:cNvSpPr txBox="1"/>
          <p:nvPr/>
        </p:nvSpPr>
        <p:spPr>
          <a:xfrm>
            <a:off x="911550" y="673475"/>
            <a:ext cx="5966889" cy="608944"/>
          </a:xfrm>
          <a:prstGeom prst="rect">
            <a:avLst/>
          </a:prstGeom>
          <a:noFill/>
          <a:ln>
            <a:noFill/>
          </a:ln>
        </p:spPr>
        <p:txBody>
          <a:bodyPr anchorCtr="0" anchor="ctr" bIns="45700" lIns="91425" spcFirstLastPara="1" rIns="91425" wrap="square" tIns="45700">
            <a:normAutofit fontScale="92500" lnSpcReduction="10000"/>
          </a:bodyPr>
          <a:lstStyle/>
          <a:p>
            <a:pPr indent="0" lvl="0" marL="0" marR="0" rtl="0" algn="just">
              <a:spcBef>
                <a:spcPts val="0"/>
              </a:spcBef>
              <a:spcAft>
                <a:spcPts val="0"/>
              </a:spcAft>
              <a:buClr>
                <a:srgbClr val="E18E2E"/>
              </a:buClr>
              <a:buSzPct val="100000"/>
              <a:buFont typeface="Trebuchet MS"/>
              <a:buNone/>
            </a:pPr>
            <a:r>
              <a:rPr b="1" lang="en-US" sz="4000">
                <a:solidFill>
                  <a:srgbClr val="E18E2E"/>
                </a:solidFill>
                <a:latin typeface="Trebuchet MS"/>
                <a:ea typeface="Trebuchet MS"/>
                <a:cs typeface="Trebuchet MS"/>
                <a:sym typeface="Trebuchet MS"/>
              </a:rPr>
              <a:t>Sample questions</a:t>
            </a:r>
            <a:endParaRPr/>
          </a:p>
        </p:txBody>
      </p:sp>
      <p:sp>
        <p:nvSpPr>
          <p:cNvPr id="306" name="Google Shape;306;p18"/>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US"/>
              <a:t>Engr. Melanie D. Piedad, ABELE 2022 Topnotcher</a:t>
            </a:r>
            <a:endParaRPr/>
          </a:p>
        </p:txBody>
      </p:sp>
      <p:sp>
        <p:nvSpPr>
          <p:cNvPr id="307" name="Google Shape;307;p18"/>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sp>
        <p:nvSpPr>
          <p:cNvPr id="313" name="Google Shape;313;p19"/>
          <p:cNvSpPr txBox="1"/>
          <p:nvPr/>
        </p:nvSpPr>
        <p:spPr>
          <a:xfrm>
            <a:off x="947645" y="1515290"/>
            <a:ext cx="8593397" cy="4608783"/>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Example of physical hazard.</a:t>
            </a:r>
            <a:endParaRPr/>
          </a:p>
          <a:p>
            <a:pPr indent="0" lvl="0" marL="0" marR="0" rtl="0" algn="just">
              <a:spcBef>
                <a:spcPts val="0"/>
              </a:spcBef>
              <a:spcAft>
                <a:spcPts val="0"/>
              </a:spcAft>
              <a:buClr>
                <a:schemeClr val="accent1"/>
              </a:buClr>
              <a:buSzPts val="2800"/>
              <a:buFont typeface="Trebuchet MS"/>
              <a:buNone/>
            </a:pPr>
            <a:r>
              <a:t/>
            </a:r>
            <a:endParaRPr sz="2800">
              <a:solidFill>
                <a:schemeClr val="dk2"/>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	a. A piece of glass in a pizza</a:t>
            </a:r>
            <a:endParaRPr/>
          </a:p>
          <a:p>
            <a:pPr indent="0" lvl="0" marL="0" marR="0" rtl="0" algn="l">
              <a:lnSpc>
                <a:spcPct val="100000"/>
              </a:lnSpc>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	b. Bone in Chicken</a:t>
            </a:r>
            <a:endParaRPr/>
          </a:p>
          <a:p>
            <a:pPr indent="0" lvl="0" marL="0" marR="0" rtl="0" algn="l">
              <a:lnSpc>
                <a:spcPct val="100000"/>
              </a:lnSpc>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	c. 	</a:t>
            </a:r>
            <a:r>
              <a:rPr lang="en-US" sz="2800">
                <a:solidFill>
                  <a:schemeClr val="dk2"/>
                </a:solidFill>
                <a:latin typeface="Trebuchet MS"/>
                <a:ea typeface="Trebuchet MS"/>
                <a:cs typeface="Trebuchet MS"/>
                <a:sym typeface="Trebuchet MS"/>
              </a:rPr>
              <a:t>Seed in grape</a:t>
            </a:r>
            <a:endParaRPr/>
          </a:p>
          <a:p>
            <a:pPr indent="0" lvl="0" marL="0" marR="0" rtl="0" algn="l">
              <a:lnSpc>
                <a:spcPct val="100000"/>
              </a:lnSpc>
              <a:spcBef>
                <a:spcPts val="0"/>
              </a:spcBef>
              <a:spcAft>
                <a:spcPts val="0"/>
              </a:spcAft>
              <a:buClr>
                <a:schemeClr val="dk2"/>
              </a:buClr>
              <a:buSzPts val="2800"/>
              <a:buFont typeface="Trebuchet MS"/>
              <a:buNone/>
            </a:pPr>
            <a:r>
              <a:rPr lang="en-US" sz="2800">
                <a:solidFill>
                  <a:schemeClr val="dk2"/>
                </a:solidFill>
                <a:latin typeface="Trebuchet MS"/>
                <a:ea typeface="Trebuchet MS"/>
                <a:cs typeface="Trebuchet MS"/>
                <a:sym typeface="Trebuchet MS"/>
              </a:rPr>
              <a:t>	d. All of the above</a:t>
            </a:r>
            <a:endParaRPr/>
          </a:p>
          <a:p>
            <a:pPr indent="0" lvl="0" marL="0" marR="0" rtl="0" algn="l">
              <a:lnSpc>
                <a:spcPct val="100000"/>
              </a:lnSpc>
              <a:spcBef>
                <a:spcPts val="0"/>
              </a:spcBef>
              <a:spcAft>
                <a:spcPts val="0"/>
              </a:spcAft>
              <a:buClr>
                <a:schemeClr val="accent1"/>
              </a:buClr>
              <a:buSzPts val="2800"/>
              <a:buFont typeface="Trebuchet MS"/>
              <a:buNone/>
            </a:pPr>
            <a:r>
              <a:t/>
            </a:r>
            <a:endParaRPr sz="2800">
              <a:solidFill>
                <a:schemeClr val="dk2"/>
              </a:solidFill>
              <a:latin typeface="Trebuchet MS"/>
              <a:ea typeface="Trebuchet MS"/>
              <a:cs typeface="Trebuchet MS"/>
              <a:sym typeface="Trebuchet MS"/>
            </a:endParaRPr>
          </a:p>
        </p:txBody>
      </p:sp>
      <p:sp>
        <p:nvSpPr>
          <p:cNvPr id="314" name="Google Shape;314;p19"/>
          <p:cNvSpPr txBox="1"/>
          <p:nvPr/>
        </p:nvSpPr>
        <p:spPr>
          <a:xfrm>
            <a:off x="4676503" y="-1593669"/>
            <a:ext cx="30649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chemeClr val="dk1"/>
                </a:solidFill>
                <a:latin typeface="Trebuchet MS"/>
                <a:ea typeface="Trebuchet MS"/>
                <a:cs typeface="Trebuchet MS"/>
                <a:sym typeface="Trebuchet MS"/>
              </a:rPr>
              <a:t>F</a:t>
            </a:r>
            <a:endParaRPr/>
          </a:p>
        </p:txBody>
      </p:sp>
      <p:sp>
        <p:nvSpPr>
          <p:cNvPr id="315" name="Google Shape;315;p19"/>
          <p:cNvSpPr txBox="1"/>
          <p:nvPr/>
        </p:nvSpPr>
        <p:spPr>
          <a:xfrm>
            <a:off x="911550" y="673475"/>
            <a:ext cx="5966889" cy="608944"/>
          </a:xfrm>
          <a:prstGeom prst="rect">
            <a:avLst/>
          </a:prstGeom>
          <a:noFill/>
          <a:ln>
            <a:noFill/>
          </a:ln>
        </p:spPr>
        <p:txBody>
          <a:bodyPr anchorCtr="0" anchor="ctr" bIns="45700" lIns="91425" spcFirstLastPara="1" rIns="91425" wrap="square" tIns="45700">
            <a:normAutofit fontScale="92500" lnSpcReduction="10000"/>
          </a:bodyPr>
          <a:lstStyle/>
          <a:p>
            <a:pPr indent="0" lvl="0" marL="0" marR="0" rtl="0" algn="just">
              <a:spcBef>
                <a:spcPts val="0"/>
              </a:spcBef>
              <a:spcAft>
                <a:spcPts val="0"/>
              </a:spcAft>
              <a:buClr>
                <a:srgbClr val="E18E2E"/>
              </a:buClr>
              <a:buSzPct val="100000"/>
              <a:buFont typeface="Trebuchet MS"/>
              <a:buNone/>
            </a:pPr>
            <a:r>
              <a:rPr b="1" lang="en-US" sz="4000">
                <a:solidFill>
                  <a:srgbClr val="E18E2E"/>
                </a:solidFill>
                <a:latin typeface="Trebuchet MS"/>
                <a:ea typeface="Trebuchet MS"/>
                <a:cs typeface="Trebuchet MS"/>
                <a:sym typeface="Trebuchet MS"/>
              </a:rPr>
              <a:t>Sample questions</a:t>
            </a:r>
            <a:endParaRPr/>
          </a:p>
        </p:txBody>
      </p:sp>
      <p:sp>
        <p:nvSpPr>
          <p:cNvPr id="316" name="Google Shape;316;p19"/>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US"/>
              <a:t>Engr. Melanie D. Piedad, ABELE 2022 Topnotcher</a:t>
            </a:r>
            <a:endParaRPr/>
          </a:p>
        </p:txBody>
      </p:sp>
      <p:sp>
        <p:nvSpPr>
          <p:cNvPr id="317" name="Google Shape;317;p19"/>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1" name="Shape 321"/>
        <p:cNvGrpSpPr/>
        <p:nvPr/>
      </p:nvGrpSpPr>
      <p:grpSpPr>
        <a:xfrm>
          <a:off x="0" y="0"/>
          <a:ext cx="0" cy="0"/>
          <a:chOff x="0" y="0"/>
          <a:chExt cx="0" cy="0"/>
        </a:xfrm>
      </p:grpSpPr>
      <p:sp>
        <p:nvSpPr>
          <p:cNvPr id="322" name="Google Shape;322;p20"/>
          <p:cNvSpPr txBox="1"/>
          <p:nvPr/>
        </p:nvSpPr>
        <p:spPr>
          <a:xfrm>
            <a:off x="947645" y="1515290"/>
            <a:ext cx="8593397" cy="4608783"/>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Clr>
                <a:srgbClr val="536142"/>
              </a:buClr>
              <a:buSzPts val="2800"/>
              <a:buFont typeface="Trebuchet MS"/>
              <a:buNone/>
            </a:pPr>
            <a:r>
              <a:rPr lang="en-US" sz="2800">
                <a:solidFill>
                  <a:srgbClr val="536142"/>
                </a:solidFill>
                <a:latin typeface="Trebuchet MS"/>
                <a:ea typeface="Trebuchet MS"/>
                <a:cs typeface="Trebuchet MS"/>
                <a:sym typeface="Trebuchet MS"/>
              </a:rPr>
              <a:t>Read about the common food processes like:</a:t>
            </a:r>
            <a:endParaRPr/>
          </a:p>
          <a:p>
            <a:pPr indent="0" lvl="0" marL="0" marR="0" rtl="0" algn="just">
              <a:spcBef>
                <a:spcPts val="0"/>
              </a:spcBef>
              <a:spcAft>
                <a:spcPts val="0"/>
              </a:spcAft>
              <a:buClr>
                <a:schemeClr val="accent1"/>
              </a:buClr>
              <a:buSzPts val="2800"/>
              <a:buFont typeface="Trebuchet MS"/>
              <a:buNone/>
            </a:pPr>
            <a:r>
              <a:t/>
            </a:r>
            <a:endParaRPr sz="2800">
              <a:solidFill>
                <a:srgbClr val="536142"/>
              </a:solidFill>
              <a:latin typeface="Trebuchet MS"/>
              <a:ea typeface="Trebuchet MS"/>
              <a:cs typeface="Trebuchet MS"/>
              <a:sym typeface="Trebuchet MS"/>
            </a:endParaRPr>
          </a:p>
          <a:p>
            <a:pPr indent="-457200" lvl="0" marL="457200" marR="0" rtl="0" algn="just">
              <a:spcBef>
                <a:spcPts val="0"/>
              </a:spcBef>
              <a:spcAft>
                <a:spcPts val="0"/>
              </a:spcAft>
              <a:buClr>
                <a:srgbClr val="536142"/>
              </a:buClr>
              <a:buSzPts val="2800"/>
              <a:buFont typeface="Arial"/>
              <a:buChar char="•"/>
            </a:pPr>
            <a:r>
              <a:rPr lang="en-US" sz="2800">
                <a:solidFill>
                  <a:srgbClr val="536142"/>
                </a:solidFill>
                <a:latin typeface="Trebuchet MS"/>
                <a:ea typeface="Trebuchet MS"/>
                <a:cs typeface="Trebuchet MS"/>
                <a:sym typeface="Trebuchet MS"/>
              </a:rPr>
              <a:t>Pasteurization</a:t>
            </a:r>
            <a:endParaRPr/>
          </a:p>
          <a:p>
            <a:pPr indent="-457200" lvl="0" marL="457200" marR="0" rtl="0" algn="just">
              <a:spcBef>
                <a:spcPts val="0"/>
              </a:spcBef>
              <a:spcAft>
                <a:spcPts val="0"/>
              </a:spcAft>
              <a:buClr>
                <a:srgbClr val="536142"/>
              </a:buClr>
              <a:buSzPts val="2800"/>
              <a:buFont typeface="Arial"/>
              <a:buChar char="•"/>
            </a:pPr>
            <a:r>
              <a:rPr lang="en-US" sz="2800">
                <a:solidFill>
                  <a:srgbClr val="536142"/>
                </a:solidFill>
                <a:latin typeface="Trebuchet MS"/>
                <a:ea typeface="Trebuchet MS"/>
                <a:cs typeface="Trebuchet MS"/>
                <a:sym typeface="Trebuchet MS"/>
              </a:rPr>
              <a:t>Sterilization</a:t>
            </a:r>
            <a:endParaRPr/>
          </a:p>
          <a:p>
            <a:pPr indent="-457200" lvl="0" marL="457200" marR="0" rtl="0" algn="just">
              <a:spcBef>
                <a:spcPts val="0"/>
              </a:spcBef>
              <a:spcAft>
                <a:spcPts val="0"/>
              </a:spcAft>
              <a:buClr>
                <a:srgbClr val="536142"/>
              </a:buClr>
              <a:buSzPts val="2800"/>
              <a:buFont typeface="Arial"/>
              <a:buChar char="•"/>
            </a:pPr>
            <a:r>
              <a:rPr lang="en-US" sz="2800">
                <a:solidFill>
                  <a:srgbClr val="536142"/>
                </a:solidFill>
                <a:latin typeface="Trebuchet MS"/>
                <a:ea typeface="Trebuchet MS"/>
                <a:cs typeface="Trebuchet MS"/>
                <a:sym typeface="Trebuchet MS"/>
              </a:rPr>
              <a:t>Food irradiation</a:t>
            </a:r>
            <a:endParaRPr/>
          </a:p>
          <a:p>
            <a:pPr indent="-279400" lvl="0" marL="457200" marR="0" rtl="0" algn="just">
              <a:spcBef>
                <a:spcPts val="0"/>
              </a:spcBef>
              <a:spcAft>
                <a:spcPts val="0"/>
              </a:spcAft>
              <a:buClr>
                <a:schemeClr val="accent1"/>
              </a:buClr>
              <a:buSzPts val="2800"/>
              <a:buFont typeface="Arial"/>
              <a:buNone/>
            </a:pPr>
            <a:r>
              <a:t/>
            </a:r>
            <a:endParaRPr sz="2800">
              <a:solidFill>
                <a:schemeClr val="dk2"/>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accent1"/>
              </a:buClr>
              <a:buSzPts val="2800"/>
              <a:buFont typeface="Trebuchet MS"/>
              <a:buNone/>
            </a:pPr>
            <a:r>
              <a:t/>
            </a:r>
            <a:endParaRPr sz="2800">
              <a:solidFill>
                <a:schemeClr val="dk2"/>
              </a:solidFill>
              <a:latin typeface="Trebuchet MS"/>
              <a:ea typeface="Trebuchet MS"/>
              <a:cs typeface="Trebuchet MS"/>
              <a:sym typeface="Trebuchet MS"/>
            </a:endParaRPr>
          </a:p>
        </p:txBody>
      </p:sp>
      <p:sp>
        <p:nvSpPr>
          <p:cNvPr id="323" name="Google Shape;323;p20"/>
          <p:cNvSpPr txBox="1"/>
          <p:nvPr/>
        </p:nvSpPr>
        <p:spPr>
          <a:xfrm>
            <a:off x="4676503" y="-1593669"/>
            <a:ext cx="30649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chemeClr val="dk1"/>
                </a:solidFill>
                <a:latin typeface="Trebuchet MS"/>
                <a:ea typeface="Trebuchet MS"/>
                <a:cs typeface="Trebuchet MS"/>
                <a:sym typeface="Trebuchet MS"/>
              </a:rPr>
              <a:t>F</a:t>
            </a:r>
            <a:endParaRPr/>
          </a:p>
        </p:txBody>
      </p:sp>
      <p:sp>
        <p:nvSpPr>
          <p:cNvPr id="324" name="Google Shape;324;p20"/>
          <p:cNvSpPr txBox="1"/>
          <p:nvPr/>
        </p:nvSpPr>
        <p:spPr>
          <a:xfrm>
            <a:off x="911550" y="673475"/>
            <a:ext cx="5966889" cy="608944"/>
          </a:xfrm>
          <a:prstGeom prst="rect">
            <a:avLst/>
          </a:prstGeom>
          <a:noFill/>
          <a:ln>
            <a:noFill/>
          </a:ln>
        </p:spPr>
        <p:txBody>
          <a:bodyPr anchorCtr="0" anchor="ctr" bIns="45700" lIns="91425" spcFirstLastPara="1" rIns="91425" wrap="square" tIns="45700">
            <a:normAutofit fontScale="92500" lnSpcReduction="10000"/>
          </a:bodyPr>
          <a:lstStyle/>
          <a:p>
            <a:pPr indent="0" lvl="0" marL="0" marR="0" rtl="0" algn="just">
              <a:spcBef>
                <a:spcPts val="0"/>
              </a:spcBef>
              <a:spcAft>
                <a:spcPts val="0"/>
              </a:spcAft>
              <a:buClr>
                <a:srgbClr val="E18E2E"/>
              </a:buClr>
              <a:buSzPct val="100000"/>
              <a:buFont typeface="Trebuchet MS"/>
              <a:buNone/>
            </a:pPr>
            <a:r>
              <a:rPr b="1" lang="en-US" sz="4000">
                <a:solidFill>
                  <a:srgbClr val="E18E2E"/>
                </a:solidFill>
                <a:latin typeface="Trebuchet MS"/>
                <a:ea typeface="Trebuchet MS"/>
                <a:cs typeface="Trebuchet MS"/>
                <a:sym typeface="Trebuchet MS"/>
              </a:rPr>
              <a:t>Other important things…</a:t>
            </a:r>
            <a:endParaRPr/>
          </a:p>
        </p:txBody>
      </p:sp>
      <p:sp>
        <p:nvSpPr>
          <p:cNvPr id="325" name="Google Shape;325;p20"/>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US"/>
              <a:t>Engr. Melanie D. Piedad, ABELE 2022 Topnotcher</a:t>
            </a:r>
            <a:endParaRPr/>
          </a:p>
        </p:txBody>
      </p:sp>
      <p:sp>
        <p:nvSpPr>
          <p:cNvPr id="326" name="Google Shape;326;p20"/>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21"/>
          <p:cNvSpPr txBox="1"/>
          <p:nvPr>
            <p:ph type="ctrTitle"/>
          </p:nvPr>
        </p:nvSpPr>
        <p:spPr>
          <a:xfrm>
            <a:off x="854242" y="1010506"/>
            <a:ext cx="9156031" cy="4836988"/>
          </a:xfrm>
          <a:prstGeom prst="rect">
            <a:avLst/>
          </a:prstGeom>
          <a:noFill/>
          <a:ln>
            <a:noFill/>
          </a:ln>
        </p:spPr>
        <p:txBody>
          <a:bodyPr anchorCtr="0" anchor="t" bIns="45700" lIns="91425" spcFirstLastPara="1" rIns="91425" wrap="square" tIns="45700">
            <a:noAutofit/>
          </a:bodyPr>
          <a:lstStyle/>
          <a:p>
            <a:pPr indent="0" lvl="0" marL="0" rtl="0" algn="ctr">
              <a:spcBef>
                <a:spcPts val="0"/>
              </a:spcBef>
              <a:spcAft>
                <a:spcPts val="0"/>
              </a:spcAft>
              <a:buClr>
                <a:srgbClr val="E18E2E"/>
              </a:buClr>
              <a:buSzPts val="5400"/>
              <a:buFont typeface="Trebuchet MS"/>
              <a:buNone/>
            </a:pPr>
            <a:r>
              <a:rPr b="1" lang="en-US">
                <a:solidFill>
                  <a:srgbClr val="E18E2E"/>
                </a:solidFill>
                <a:latin typeface="Trebuchet MS"/>
                <a:ea typeface="Trebuchet MS"/>
                <a:cs typeface="Trebuchet MS"/>
                <a:sym typeface="Trebuchet MS"/>
              </a:rPr>
              <a:t>THANK YOU!!!</a:t>
            </a:r>
            <a:br>
              <a:rPr b="1" lang="en-US">
                <a:solidFill>
                  <a:srgbClr val="E18E2E"/>
                </a:solidFill>
                <a:latin typeface="Trebuchet MS"/>
                <a:ea typeface="Trebuchet MS"/>
                <a:cs typeface="Trebuchet MS"/>
                <a:sym typeface="Trebuchet MS"/>
              </a:rPr>
            </a:br>
            <a:r>
              <a:rPr b="1" lang="en-US" sz="4000" u="sng">
                <a:solidFill>
                  <a:srgbClr val="536142"/>
                </a:solidFill>
                <a:latin typeface="Trebuchet MS"/>
                <a:ea typeface="Trebuchet MS"/>
                <a:cs typeface="Trebuchet MS"/>
                <a:sym typeface="Trebuchet MS"/>
              </a:rPr>
              <a:t>Proverbs 3:5-6</a:t>
            </a:r>
            <a:br>
              <a:rPr b="1" lang="en-US" sz="4000">
                <a:solidFill>
                  <a:srgbClr val="536142"/>
                </a:solidFill>
                <a:latin typeface="Trebuchet MS"/>
                <a:ea typeface="Trebuchet MS"/>
                <a:cs typeface="Trebuchet MS"/>
                <a:sym typeface="Trebuchet MS"/>
              </a:rPr>
            </a:br>
            <a:r>
              <a:rPr b="1" lang="en-US" sz="4000">
                <a:solidFill>
                  <a:srgbClr val="536142"/>
                </a:solidFill>
                <a:latin typeface="Trebuchet MS"/>
                <a:ea typeface="Trebuchet MS"/>
                <a:cs typeface="Trebuchet MS"/>
                <a:sym typeface="Trebuchet MS"/>
              </a:rPr>
              <a:t>“Trust in the Lord with all your heart and lean not on your own understanding; in all your ways submit to Him, and He will make your paths straight”</a:t>
            </a:r>
            <a:endParaRPr b="1">
              <a:solidFill>
                <a:srgbClr val="536142"/>
              </a:solidFill>
              <a:latin typeface="Trebuchet MS"/>
              <a:ea typeface="Trebuchet MS"/>
              <a:cs typeface="Trebuchet MS"/>
              <a:sym typeface="Trebuchet MS"/>
            </a:endParaRPr>
          </a:p>
        </p:txBody>
      </p:sp>
      <p:sp>
        <p:nvSpPr>
          <p:cNvPr id="332" name="Google Shape;332;p21"/>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lang="en-US"/>
              <a:t>Engr. Melanie D. Piedad, ABELE 2022 Topnotcher</a:t>
            </a:r>
            <a:endParaRPr/>
          </a:p>
        </p:txBody>
      </p:sp>
      <p:sp>
        <p:nvSpPr>
          <p:cNvPr id="333" name="Google Shape;333;p21"/>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Facet">
  <a:themeElements>
    <a:clrScheme name="Paper">
      <a:dk1>
        <a:srgbClr val="000000"/>
      </a:dk1>
      <a:lt1>
        <a:srgbClr val="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2024-07-11T10:28:40Z</dcterms:created>
  <dc:creator>Microsoft Office User</dc:creator>
</cp:coreProperties>
</file>